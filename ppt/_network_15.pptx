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8" r:id="rId3"/>
    <p:sldId id="270" r:id="rId4"/>
    <p:sldId id="273" r:id="rId5"/>
    <p:sldId id="272" r:id="rId6"/>
    <p:sldId id="274" r:id="rId7"/>
    <p:sldId id="275" r:id="rId8"/>
    <p:sldId id="276" r:id="rId9"/>
    <p:sldId id="277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301" r:id="rId22"/>
    <p:sldId id="302" r:id="rId23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66FF33"/>
    <a:srgbClr val="9900FF"/>
    <a:srgbClr val="FF33CC"/>
    <a:srgbClr val="003300"/>
    <a:srgbClr val="008000"/>
    <a:srgbClr val="CCCC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43" autoAdjust="0"/>
    <p:restoredTop sz="94582" autoAdjust="0"/>
  </p:normalViewPr>
  <p:slideViewPr>
    <p:cSldViewPr>
      <p:cViewPr varScale="1">
        <p:scale>
          <a:sx n="109" d="100"/>
          <a:sy n="109" d="100"/>
        </p:scale>
        <p:origin x="2160" y="10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A88D3AC-F88D-DCA0-3386-175A98D04A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97EF5D1-9489-216D-1711-8BEA3B0B50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DAC108B-3248-AAEB-FEB9-15D3888E98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A285E75-A20B-9E77-B212-EE0F3FE823D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AFF40FF3-4AB4-F2A0-F5CE-C5CF048B53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F2788A3B-C79B-B554-FD19-51E5534BE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E1F17537-23E5-4DE5-98DB-6E922DC7B1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BA1ABAE-82DC-748F-74EF-EB47AB72B2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3015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2A1B03-E6EF-1509-0E27-D5B545ECF9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179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A9E72B9-FCDD-9AAD-C7C9-D8CAFC259D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617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EEF43F0-ABB3-A623-05D2-6644680AA5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714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25E678-7D8B-35F1-6BC2-27AC2D1B4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B5FB5F-9879-FE8F-DE10-076DA540C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09EEC06-106C-0AC6-494C-D315AC1264B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D82FD4F5-F8EC-1EAA-5042-2329980122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>
                <a:solidFill>
                  <a:schemeClr val="bg2"/>
                </a:solidFill>
                <a:latin typeface="굴림" panose="020B0600000101010101" pitchFamily="50" charset="-127"/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6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>
            <a:extLst>
              <a:ext uri="{FF2B5EF4-FFF2-40B4-BE49-F238E27FC236}">
                <a16:creationId xmlns:a16="http://schemas.microsoft.com/office/drawing/2014/main" id="{EF4DEAFE-92C6-D447-A594-49DCC51FDA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F936D7EA-50A0-F4CE-9E2C-749AA3156C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 dirty="0">
                <a:solidFill>
                  <a:schemeClr val="tx1"/>
                </a:solidFill>
              </a:rPr>
              <a:t>Network Programming - 15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ko-KR" altLang="en-US" sz="2400" dirty="0">
                <a:solidFill>
                  <a:schemeClr val="tx1"/>
                </a:solidFill>
              </a:rPr>
              <a:t>네트워크 라이브러리 개요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32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3">
            <a:extLst>
              <a:ext uri="{FF2B5EF4-FFF2-40B4-BE49-F238E27FC236}">
                <a16:creationId xmlns:a16="http://schemas.microsoft.com/office/drawing/2014/main" id="{BF38CBAE-1CDE-1A1B-9271-DB0C84036C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633A4400-A1EE-04C6-F347-E3D6040E6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0. </a:t>
            </a:r>
            <a:r>
              <a:rPr lang="ko-KR" altLang="en-US" sz="2400"/>
              <a:t>목차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A2E85053-09A4-9442-BB1C-C65C764AA2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게임 서버 구조</a:t>
            </a:r>
          </a:p>
          <a:p>
            <a:pPr eaLnBrk="1" hangingPunct="1"/>
            <a:endParaRPr lang="ko-KR" altLang="en-US" dirty="0"/>
          </a:p>
          <a:p>
            <a:pPr eaLnBrk="1" hangingPunct="1"/>
            <a:r>
              <a:rPr lang="en-US" altLang="ko-KR" dirty="0"/>
              <a:t>Network </a:t>
            </a:r>
            <a:r>
              <a:rPr lang="ko-KR" altLang="en-US" dirty="0"/>
              <a:t>추상 클래스</a:t>
            </a:r>
          </a:p>
          <a:p>
            <a:pPr eaLnBrk="1" hangingPunct="1"/>
            <a:endParaRPr lang="ko-KR" altLang="en-US" dirty="0"/>
          </a:p>
          <a:p>
            <a:pPr eaLnBrk="1" hangingPunct="1"/>
            <a:r>
              <a:rPr lang="en-US" altLang="ko-KR" dirty="0"/>
              <a:t>Network Library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en-US" altLang="ko-KR" dirty="0"/>
              <a:t>Socket 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바닥글 개체 틀 3">
            <a:extLst>
              <a:ext uri="{FF2B5EF4-FFF2-40B4-BE49-F238E27FC236}">
                <a16:creationId xmlns:a16="http://schemas.microsoft.com/office/drawing/2014/main" id="{A8C0C7A6-5511-B1AD-3556-7C20053F1F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CA792C7-58A7-4A10-89C0-6522F64CB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Network Library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68D208F0-F620-C34F-D164-DAE730475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sz="2400"/>
              <a:t>게임서버 구조</a:t>
            </a:r>
          </a:p>
        </p:txBody>
      </p:sp>
      <p:sp>
        <p:nvSpPr>
          <p:cNvPr id="5125" name="Rectangle 59">
            <a:extLst>
              <a:ext uri="{FF2B5EF4-FFF2-40B4-BE49-F238E27FC236}">
                <a16:creationId xmlns:a16="http://schemas.microsoft.com/office/drawing/2014/main" id="{786BFB04-E980-A1D9-72F7-3A1312341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95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 b="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aphicFrame>
        <p:nvGraphicFramePr>
          <p:cNvPr id="5126" name="Object 58">
            <a:extLst>
              <a:ext uri="{FF2B5EF4-FFF2-40B4-BE49-F238E27FC236}">
                <a16:creationId xmlns:a16="http://schemas.microsoft.com/office/drawing/2014/main" id="{BF9691A2-2773-7419-01D7-7000DCF82B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023938"/>
          <a:ext cx="6264275" cy="540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3" imgW="4247274" imgH="3664974" progId="Visio.Drawing.11">
                  <p:embed/>
                </p:oleObj>
              </mc:Choice>
              <mc:Fallback>
                <p:oleObj name="Visio" r:id="rId3" imgW="4247274" imgH="3664974" progId="Visio.Drawing.11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023938"/>
                        <a:ext cx="6264275" cy="540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바닥글 개체 틀 3">
            <a:extLst>
              <a:ext uri="{FF2B5EF4-FFF2-40B4-BE49-F238E27FC236}">
                <a16:creationId xmlns:a16="http://schemas.microsoft.com/office/drawing/2014/main" id="{85AB2A20-C3EC-51B6-A583-4C2D3FE3F2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52E2572-B7BA-744C-C3EC-62EAEB566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Network </a:t>
            </a:r>
            <a:r>
              <a:rPr lang="ko-KR" altLang="en-US" sz="2400"/>
              <a:t>추상 클래스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ED05F206-0D63-6E26-DC3C-BE1D63B57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interface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ILcNet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virtual INT Create(…)=0;        //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소켓 생성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virtual void Destroy()=0;         //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소켓을 소멸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virtual INT Update ()=0;     //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네트워크에서 필요한 데이터 업데이트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virtual INT Query(char*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sCmd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void*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pData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)=0;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virtual INT Close()=0;          //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소켓만 소멸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virtual INT Listen()=0;         //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서버에서 사용되는 리슨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virtual INT Connect(…)=0;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virtual INT Send(…)=0;        //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패킷을 보낼 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virtual INT Recv(…)=0;        //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패킷을 받을 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virtual LRESULT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MsgProc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(HWND,UINT,WPARAM,LPARAM)=0;  //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AsyncSelect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바닥글 개체 틀 3">
            <a:extLst>
              <a:ext uri="{FF2B5EF4-FFF2-40B4-BE49-F238E27FC236}">
                <a16:creationId xmlns:a16="http://schemas.microsoft.com/office/drawing/2014/main" id="{8429AF85-2760-E6CA-2B97-3A610082F3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651F5C5-AD15-54C5-023F-116E574B6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Network Library - </a:t>
            </a:r>
            <a:r>
              <a:rPr lang="ko-KR" altLang="en-US" sz="2400"/>
              <a:t>기초 클래스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B3D7A43-1221-95F9-ECAC-AED61FDD4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Mobile</a:t>
            </a:r>
          </a:p>
          <a:p>
            <a:pPr lvl="1" eaLnBrk="1" hangingPunct="1"/>
            <a:r>
              <a:rPr lang="en-US" altLang="ko-KR" dirty="0"/>
              <a:t>class </a:t>
            </a:r>
            <a:r>
              <a:rPr lang="en-US" altLang="ko-KR" dirty="0" err="1"/>
              <a:t>CLcNetSlct</a:t>
            </a:r>
            <a:r>
              <a:rPr lang="en-US" altLang="ko-KR" dirty="0"/>
              <a:t> : public </a:t>
            </a:r>
            <a:r>
              <a:rPr lang="en-US" altLang="ko-KR" dirty="0" err="1"/>
              <a:t>CLcNet</a:t>
            </a:r>
            <a:endParaRPr lang="en-US" altLang="ko-KR" dirty="0"/>
          </a:p>
          <a:p>
            <a:pPr lvl="1" eaLnBrk="1" hangingPunct="1"/>
            <a:endParaRPr lang="en-US" altLang="ko-KR" dirty="0"/>
          </a:p>
          <a:p>
            <a:pPr eaLnBrk="1" hangingPunct="1"/>
            <a:r>
              <a:rPr lang="ko-KR" altLang="en-US" dirty="0"/>
              <a:t>게임 클라이언트</a:t>
            </a:r>
          </a:p>
          <a:p>
            <a:pPr lvl="1" eaLnBrk="1" hangingPunct="1"/>
            <a:r>
              <a:rPr lang="en-US" altLang="ko-KR" dirty="0" err="1"/>
              <a:t>AsyncSelect</a:t>
            </a:r>
            <a:endParaRPr lang="en-US" altLang="ko-KR" dirty="0"/>
          </a:p>
          <a:p>
            <a:pPr lvl="2" eaLnBrk="1" hangingPunct="1"/>
            <a:r>
              <a:rPr lang="en-US" altLang="ko-KR" dirty="0"/>
              <a:t> class </a:t>
            </a:r>
            <a:r>
              <a:rPr lang="en-US" altLang="ko-KR" dirty="0" err="1"/>
              <a:t>CLcNetSlctA</a:t>
            </a:r>
            <a:r>
              <a:rPr lang="en-US" altLang="ko-KR" dirty="0"/>
              <a:t> : public </a:t>
            </a:r>
            <a:r>
              <a:rPr lang="en-US" altLang="ko-KR" dirty="0" err="1"/>
              <a:t>CLcNet</a:t>
            </a:r>
            <a:endParaRPr lang="en-US" altLang="ko-KR" dirty="0"/>
          </a:p>
          <a:p>
            <a:pPr lvl="1" eaLnBrk="1" hangingPunct="1"/>
            <a:r>
              <a:rPr lang="en-US" altLang="ko-KR" dirty="0"/>
              <a:t>Event Select</a:t>
            </a:r>
          </a:p>
          <a:p>
            <a:pPr lvl="2" eaLnBrk="1" hangingPunct="1"/>
            <a:r>
              <a:rPr lang="en-US" altLang="ko-KR" dirty="0"/>
              <a:t> class </a:t>
            </a:r>
            <a:r>
              <a:rPr lang="en-US" altLang="ko-KR" dirty="0" err="1"/>
              <a:t>CLcNetSlctE</a:t>
            </a:r>
            <a:r>
              <a:rPr lang="en-US" altLang="ko-KR" dirty="0"/>
              <a:t> : public </a:t>
            </a:r>
            <a:r>
              <a:rPr lang="en-US" altLang="ko-KR" dirty="0" err="1"/>
              <a:t>CLcNet</a:t>
            </a:r>
            <a:endParaRPr lang="en-US" altLang="ko-KR" dirty="0"/>
          </a:p>
          <a:p>
            <a:pPr lvl="1" eaLnBrk="1" hangingPunct="1"/>
            <a:endParaRPr lang="en-US" altLang="ko-KR" dirty="0"/>
          </a:p>
          <a:p>
            <a:pPr eaLnBrk="1" hangingPunct="1"/>
            <a:r>
              <a:rPr lang="ko-KR" altLang="en-US" dirty="0"/>
              <a:t>서버 </a:t>
            </a:r>
            <a:r>
              <a:rPr lang="en-US" altLang="ko-KR" dirty="0"/>
              <a:t>- IOCP</a:t>
            </a:r>
          </a:p>
          <a:p>
            <a:pPr lvl="1" eaLnBrk="1" hangingPunct="1"/>
            <a:r>
              <a:rPr lang="en-US" altLang="ko-KR" dirty="0"/>
              <a:t>class </a:t>
            </a:r>
            <a:r>
              <a:rPr lang="en-US" altLang="ko-KR" dirty="0" err="1"/>
              <a:t>CLcNetIocp</a:t>
            </a:r>
            <a:r>
              <a:rPr lang="en-US" altLang="ko-KR" dirty="0"/>
              <a:t> : public </a:t>
            </a:r>
            <a:r>
              <a:rPr lang="en-US" altLang="ko-KR" dirty="0" err="1"/>
              <a:t>CLcNet</a:t>
            </a:r>
            <a:endParaRPr lang="en-US" altLang="ko-K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바닥글 개체 틀 3">
            <a:extLst>
              <a:ext uri="{FF2B5EF4-FFF2-40B4-BE49-F238E27FC236}">
                <a16:creationId xmlns:a16="http://schemas.microsoft.com/office/drawing/2014/main" id="{8A2D64B7-CE12-9D64-6260-4D941FB640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8AC9645-30D6-344D-92CF-3CB9D98473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Network Library - </a:t>
            </a:r>
            <a:r>
              <a:rPr lang="ko-KR" altLang="en-US" sz="2400"/>
              <a:t>기본 함수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0ECC21B-1DD1-15CE-95E6-36872788E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ko-KR" sz="1400"/>
              <a:t>Error Message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void</a:t>
            </a:r>
            <a:r>
              <a:rPr lang="en-US" altLang="ko-KR" sz="1200"/>
              <a:t> </a:t>
            </a:r>
            <a:r>
              <a:rPr lang="ko-KR" altLang="ko-KR" sz="1200"/>
              <a:t>LcNet_GetNetworkError(DWORD hr);	// Network Error Message Catching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LcNet_WSAGetError();</a:t>
            </a:r>
          </a:p>
          <a:p>
            <a:pPr lvl="1" eaLnBrk="1" hangingPunct="1">
              <a:lnSpc>
                <a:spcPct val="80000"/>
              </a:lnSpc>
            </a:pPr>
            <a:endParaRPr lang="ko-KR" altLang="ko-KR" sz="1200"/>
          </a:p>
          <a:p>
            <a:pPr eaLnBrk="1" hangingPunct="1">
              <a:lnSpc>
                <a:spcPct val="80000"/>
              </a:lnSpc>
            </a:pPr>
            <a:r>
              <a:rPr lang="ko-KR" altLang="ko-KR" sz="1400"/>
              <a:t> Winsock DLL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LcNet_WSAStartup();	// 윈속 라이브러리 초기화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void</a:t>
            </a:r>
            <a:r>
              <a:rPr lang="en-US" altLang="ko-KR" sz="1200"/>
              <a:t> </a:t>
            </a:r>
            <a:r>
              <a:rPr lang="ko-KR" altLang="ko-KR" sz="1200"/>
              <a:t>LcNet_WSACleanup();</a:t>
            </a:r>
            <a:r>
              <a:rPr lang="en-US" altLang="ko-KR" sz="1200"/>
              <a:t>  </a:t>
            </a:r>
            <a:r>
              <a:rPr lang="ko-KR" altLang="ko-KR" sz="1200"/>
              <a:t>// 윈속 라이브러리 해제</a:t>
            </a:r>
          </a:p>
          <a:p>
            <a:pPr lvl="1" eaLnBrk="1" hangingPunct="1">
              <a:lnSpc>
                <a:spcPct val="80000"/>
              </a:lnSpc>
            </a:pPr>
            <a:endParaRPr lang="ko-KR" altLang="ko-KR" sz="1200"/>
          </a:p>
          <a:p>
            <a:pPr eaLnBrk="1" hangingPunct="1">
              <a:lnSpc>
                <a:spcPct val="80000"/>
              </a:lnSpc>
            </a:pPr>
            <a:r>
              <a:rPr lang="ko-KR" altLang="ko-KR" sz="1400"/>
              <a:t>Socket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LcNet_SocketErrorCheck(INT hr);</a:t>
            </a:r>
            <a:r>
              <a:rPr lang="en-US" altLang="ko-KR" sz="1200"/>
              <a:t>                                      </a:t>
            </a:r>
            <a:r>
              <a:rPr lang="ko-KR" altLang="ko-KR" sz="1200"/>
              <a:t>// Socket Error Checking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void</a:t>
            </a:r>
            <a:r>
              <a:rPr lang="en-US" altLang="ko-KR" sz="1200"/>
              <a:t> </a:t>
            </a:r>
            <a:r>
              <a:rPr lang="ko-KR" altLang="ko-KR" sz="1200"/>
              <a:t>LcNet_SocketAddr(SOCKADDR_IN* pOut, char* sIp, char* sPort);</a:t>
            </a:r>
            <a:r>
              <a:rPr lang="en-US" altLang="ko-KR" sz="1200"/>
              <a:t>    </a:t>
            </a:r>
            <a:r>
              <a:rPr lang="ko-KR" altLang="ko-KR" sz="1200"/>
              <a:t>// Setting Socket Address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void</a:t>
            </a:r>
            <a:r>
              <a:rPr lang="en-US" altLang="ko-KR" sz="1200"/>
              <a:t> </a:t>
            </a:r>
            <a:r>
              <a:rPr lang="ko-KR" altLang="ko-KR" sz="1200"/>
              <a:t>LcNet_SocketClose(SOCKET* scH);	</a:t>
            </a:r>
            <a:r>
              <a:rPr lang="en-US" altLang="ko-KR" sz="1200"/>
              <a:t>                                 </a:t>
            </a:r>
            <a:r>
              <a:rPr lang="ko-KR" altLang="ko-KR" sz="1200"/>
              <a:t>// Socket Close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LcNet_SocketTcpCreate(SOCKET* pScH, BOOL bOverLapped=FALSE);</a:t>
            </a:r>
            <a:r>
              <a:rPr lang="en-US" altLang="ko-KR" sz="1200"/>
              <a:t> </a:t>
            </a:r>
            <a:r>
              <a:rPr lang="ko-KR" altLang="ko-KR" sz="1200"/>
              <a:t>// Create TCP Socket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LcNet_SocketUdpCreate(SOCKET* pScH, BOOL bOverLapped=FALSE);</a:t>
            </a:r>
            <a:r>
              <a:rPr lang="en-US" altLang="ko-KR" sz="1200"/>
              <a:t> </a:t>
            </a:r>
            <a:r>
              <a:rPr lang="ko-KR" altLang="ko-KR" sz="1200"/>
              <a:t>// Create UDP Socket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LcNet_SocketConnect(SOCKET scH, SOCKADDR_IN* psdH);</a:t>
            </a:r>
            <a:r>
              <a:rPr lang="en-US" altLang="ko-KR" sz="1200"/>
              <a:t>            </a:t>
            </a:r>
            <a:r>
              <a:rPr lang="ko-KR" altLang="ko-KR" sz="1200"/>
              <a:t>// Connection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LcNet_SocketBind(SOCKET scH, SOCKADDR_IN* pSdH);</a:t>
            </a:r>
            <a:r>
              <a:rPr lang="en-US" altLang="ko-KR" sz="1200"/>
              <a:t>                </a:t>
            </a:r>
            <a:r>
              <a:rPr lang="ko-KR" altLang="ko-KR" sz="1200"/>
              <a:t>// Socket Binding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LcNet_SocketListen(SOCKET scH);</a:t>
            </a:r>
            <a:r>
              <a:rPr lang="en-US" altLang="ko-KR" sz="1200"/>
              <a:t>                                      </a:t>
            </a:r>
            <a:r>
              <a:rPr lang="ko-KR" altLang="ko-KR" sz="1200"/>
              <a:t>// Socket Listen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LcNet_SocketAccept(SOCKET* pscOut	</a:t>
            </a:r>
            <a:r>
              <a:rPr lang="en-US" altLang="ko-KR" sz="1200"/>
              <a:t>        </a:t>
            </a:r>
            <a:r>
              <a:rPr lang="ko-KR" altLang="ko-KR" sz="1200"/>
              <a:t>// Output Socket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		</a:t>
            </a:r>
            <a:r>
              <a:rPr lang="en-US" altLang="ko-KR" sz="1200"/>
              <a:t>       </a:t>
            </a:r>
            <a:r>
              <a:rPr lang="ko-KR" altLang="ko-KR" sz="1200"/>
              <a:t>, SOCKADDR_IN* psdOut</a:t>
            </a:r>
            <a:r>
              <a:rPr lang="en-US" altLang="ko-KR" sz="1200"/>
              <a:t>   </a:t>
            </a:r>
            <a:r>
              <a:rPr lang="ko-KR" altLang="ko-KR" sz="1200"/>
              <a:t>// Output Socket Address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		</a:t>
            </a:r>
            <a:r>
              <a:rPr lang="en-US" altLang="ko-KR" sz="1200"/>
              <a:t>       </a:t>
            </a:r>
            <a:r>
              <a:rPr lang="ko-KR" altLang="ko-KR" sz="1200"/>
              <a:t>, SOCKET scListen);</a:t>
            </a:r>
            <a:r>
              <a:rPr lang="en-US" altLang="ko-KR" sz="1200"/>
              <a:t>        </a:t>
            </a:r>
            <a:r>
              <a:rPr lang="ko-KR" altLang="ko-KR" sz="1200"/>
              <a:t>// Accept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LcNet_SocketSelect(FD_SET*, FD_SET*, TIMEVAL*, FD_SET* pFdExcept=NULL);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LcNet_SocketNonBlocking(SOCKET scH, BOOL bOn=TRUE);</a:t>
            </a:r>
            <a:r>
              <a:rPr lang="en-US" altLang="ko-KR" sz="1200"/>
              <a:t>  </a:t>
            </a:r>
            <a:r>
              <a:rPr lang="ko-KR" altLang="ko-KR" sz="1200"/>
              <a:t>// Set NonBlocking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LcNet_SocketNaggleOff(SOCKET scH, BOOL bOff=TRUE);</a:t>
            </a:r>
            <a:r>
              <a:rPr lang="en-US" altLang="ko-KR" sz="1200"/>
              <a:t>    </a:t>
            </a:r>
            <a:r>
              <a:rPr lang="ko-KR" altLang="ko-KR" sz="1200"/>
              <a:t>// Off nagle Algorithm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200"/>
              <a:t>INT</a:t>
            </a:r>
            <a:r>
              <a:rPr lang="en-US" altLang="ko-KR" sz="1200"/>
              <a:t> </a:t>
            </a:r>
            <a:r>
              <a:rPr lang="ko-KR" altLang="ko-KR" sz="1200"/>
              <a:t>LcNet_SocketDirectBuffer(SOCKET scH);	</a:t>
            </a:r>
            <a:r>
              <a:rPr lang="en-US" altLang="ko-KR" sz="1200"/>
              <a:t>         </a:t>
            </a:r>
            <a:r>
              <a:rPr lang="ko-KR" altLang="ko-KR" sz="1200"/>
              <a:t>// Disable send buffering on the socket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>
            <a:extLst>
              <a:ext uri="{FF2B5EF4-FFF2-40B4-BE49-F238E27FC236}">
                <a16:creationId xmlns:a16="http://schemas.microsoft.com/office/drawing/2014/main" id="{4EE970FD-06D6-352F-76E3-FF4FE64C4F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31D0210-6E91-3269-8D21-27E188A644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Network Library - </a:t>
            </a:r>
            <a:r>
              <a:rPr lang="ko-KR" altLang="en-US" sz="2400"/>
              <a:t>기본 함수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A42C2EC-3DD4-A695-0732-3EA94A213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ko-KR" sz="1600"/>
              <a:t> 쓰레드 관련 함수들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HANDLE</a:t>
            </a:r>
            <a:r>
              <a:rPr lang="en-US" altLang="ko-KR" sz="1400"/>
              <a:t> </a:t>
            </a:r>
            <a:r>
              <a:rPr lang="ko-KR" altLang="ko-KR" sz="1400"/>
              <a:t>LcNet_ThreadCreate(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r>
              <a:rPr lang="ko-KR" altLang="ko-KR" sz="1400"/>
              <a:t>);</a:t>
            </a:r>
            <a:r>
              <a:rPr lang="en-US" altLang="ko-KR" sz="1400"/>
              <a:t>			</a:t>
            </a:r>
            <a:r>
              <a:rPr lang="ko-KR" altLang="ko-KR" sz="1400"/>
              <a:t>// _beginthreadex()</a:t>
            </a:r>
            <a:endParaRPr lang="en-US" altLang="ko-KR" sz="1400"/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void</a:t>
            </a:r>
            <a:r>
              <a:rPr lang="en-US" altLang="ko-KR" sz="1400"/>
              <a:t> </a:t>
            </a:r>
            <a:r>
              <a:rPr lang="ko-KR" altLang="ko-KR" sz="1400"/>
              <a:t>LcNet_ThreadEnd();</a:t>
            </a:r>
            <a:r>
              <a:rPr lang="en-US" altLang="ko-KR" sz="1400"/>
              <a:t>		</a:t>
            </a:r>
            <a:r>
              <a:rPr lang="ko-KR" altLang="ko-KR" sz="1400"/>
              <a:t> 	// _endthreadex(0)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void</a:t>
            </a:r>
            <a:r>
              <a:rPr lang="en-US" altLang="ko-KR" sz="1400"/>
              <a:t> </a:t>
            </a:r>
            <a:r>
              <a:rPr lang="ko-KR" altLang="ko-KR" sz="1400"/>
              <a:t>LcNet_ThreadClose(HANDLE* hThread);</a:t>
            </a:r>
            <a:r>
              <a:rPr lang="en-US" altLang="ko-KR" sz="1400"/>
              <a:t>		</a:t>
            </a:r>
            <a:r>
              <a:rPr lang="ko-KR" altLang="ko-KR" sz="1400"/>
              <a:t>// Thread Close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DWORD</a:t>
            </a:r>
            <a:r>
              <a:rPr lang="en-US" altLang="ko-KR" sz="1400"/>
              <a:t> </a:t>
            </a:r>
            <a:r>
              <a:rPr lang="ko-KR" altLang="ko-KR" sz="1400"/>
              <a:t>LcNet_ThreadResume(HANDLE* hThread);	// Thread resume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DWORD</a:t>
            </a:r>
            <a:r>
              <a:rPr lang="en-US" altLang="ko-KR" sz="1400"/>
              <a:t> </a:t>
            </a:r>
            <a:r>
              <a:rPr lang="ko-KR" altLang="ko-KR" sz="1400"/>
              <a:t>LcNet_ThreadSuspend(HANDLE* hThread);	// Thread Suspend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DWORD</a:t>
            </a:r>
            <a:r>
              <a:rPr lang="en-US" altLang="ko-KR" sz="1400"/>
              <a:t> </a:t>
            </a:r>
            <a:r>
              <a:rPr lang="ko-KR" altLang="ko-KR" sz="1400"/>
              <a:t>LcNet_ThreadWait(HANDLE* hThread, DWORD dMilliseconds = INFINITE);</a:t>
            </a:r>
          </a:p>
          <a:p>
            <a:pPr lvl="1" eaLnBrk="1" hangingPunct="1">
              <a:lnSpc>
                <a:spcPct val="80000"/>
              </a:lnSpc>
            </a:pPr>
            <a:endParaRPr lang="ko-KR" altLang="ko-KR" sz="1400"/>
          </a:p>
          <a:p>
            <a:pPr eaLnBrk="1" hangingPunct="1">
              <a:lnSpc>
                <a:spcPct val="80000"/>
              </a:lnSpc>
            </a:pPr>
            <a:r>
              <a:rPr lang="ko-KR" altLang="ko-KR" sz="1600"/>
              <a:t>이벤트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HANDLE</a:t>
            </a:r>
            <a:r>
              <a:rPr lang="en-US" altLang="ko-KR" sz="1400"/>
              <a:t> </a:t>
            </a:r>
            <a:r>
              <a:rPr lang="ko-KR" altLang="ko-KR" sz="1400"/>
              <a:t>LcNet_EventCreate();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void</a:t>
            </a:r>
            <a:r>
              <a:rPr lang="en-US" altLang="ko-KR" sz="1400"/>
              <a:t> </a:t>
            </a:r>
            <a:r>
              <a:rPr lang="ko-KR" altLang="ko-KR" sz="1400"/>
              <a:t>LcNet_EventResume(HANDLE hEvent);</a:t>
            </a:r>
            <a:r>
              <a:rPr lang="en-US" altLang="ko-KR" sz="1400"/>
              <a:t>	</a:t>
            </a:r>
            <a:r>
              <a:rPr lang="ko-KR" altLang="ko-KR" sz="1400"/>
              <a:t>	// 이벤트 활성화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void</a:t>
            </a:r>
            <a:r>
              <a:rPr lang="en-US" altLang="ko-KR" sz="1400"/>
              <a:t> </a:t>
            </a:r>
            <a:r>
              <a:rPr lang="ko-KR" altLang="ko-KR" sz="1400"/>
              <a:t>LcNet_EventSuspend(HANDLE hEvent);</a:t>
            </a:r>
            <a:r>
              <a:rPr lang="en-US" altLang="ko-KR" sz="1400"/>
              <a:t>	</a:t>
            </a:r>
            <a:r>
              <a:rPr lang="ko-KR" altLang="ko-KR" sz="1400"/>
              <a:t>	// 이벤트 비활성화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INT</a:t>
            </a:r>
            <a:r>
              <a:rPr lang="en-US" altLang="ko-KR" sz="1400"/>
              <a:t> </a:t>
            </a:r>
            <a:r>
              <a:rPr lang="ko-KR" altLang="ko-KR" sz="1400"/>
              <a:t>LcNet_EventWait(HANDLE hEvent, DWORD dWait=INFINITE);	// Event Wait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void</a:t>
            </a:r>
            <a:r>
              <a:rPr lang="en-US" altLang="ko-KR" sz="1400"/>
              <a:t> </a:t>
            </a:r>
            <a:r>
              <a:rPr lang="ko-KR" altLang="ko-KR" sz="1400"/>
              <a:t>LcNet_EventClose(HANDLE* hEvent);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HANDLE</a:t>
            </a:r>
            <a:r>
              <a:rPr lang="en-US" altLang="ko-KR" sz="1400"/>
              <a:t> </a:t>
            </a:r>
            <a:r>
              <a:rPr lang="ko-KR" altLang="ko-KR" sz="1400"/>
              <a:t>LcNet_WSAEventCreate();	</a:t>
            </a:r>
            <a:r>
              <a:rPr lang="en-US" altLang="ko-KR" sz="1400"/>
              <a:t>	</a:t>
            </a:r>
            <a:r>
              <a:rPr lang="ko-KR" altLang="ko-KR" sz="1400"/>
              <a:t>	// WSA Event Create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void</a:t>
            </a:r>
            <a:r>
              <a:rPr lang="en-US" altLang="ko-KR" sz="1400"/>
              <a:t> </a:t>
            </a:r>
            <a:r>
              <a:rPr lang="ko-KR" altLang="ko-KR" sz="1400"/>
              <a:t>LcNet_WSAEventClose(HANDLE* pEvent);</a:t>
            </a:r>
            <a:r>
              <a:rPr lang="en-US" altLang="ko-KR" sz="1400"/>
              <a:t>		</a:t>
            </a:r>
            <a:r>
              <a:rPr lang="ko-KR" altLang="ko-KR" sz="1400"/>
              <a:t>// WSA Event Close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INT</a:t>
            </a:r>
            <a:r>
              <a:rPr lang="en-US" altLang="ko-KR" sz="1400"/>
              <a:t> </a:t>
            </a:r>
            <a:r>
              <a:rPr lang="ko-KR" altLang="ko-KR" sz="1400"/>
              <a:t>LcNet_WSAEventSelect(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r>
              <a:rPr lang="en-US" altLang="ko-KR" sz="1400"/>
              <a:t>,</a:t>
            </a:r>
            <a:r>
              <a:rPr lang="ko-KR" altLang="ko-KR" sz="1400"/>
              <a:t>lEvents =(FD_ACCEPT|FD_CONNECT|FD_READ|FD_WRITE|FD_CLOSE) );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INT</a:t>
            </a:r>
            <a:r>
              <a:rPr lang="en-US" altLang="ko-KR" sz="1400"/>
              <a:t> </a:t>
            </a:r>
            <a:r>
              <a:rPr lang="ko-KR" altLang="ko-KR" sz="1400"/>
              <a:t>LcNet_WSAEventWaits(</a:t>
            </a:r>
            <a:r>
              <a:rPr lang="en-US" altLang="ko-KR" sz="1400">
                <a:latin typeface="Times New Roman" panose="02020603050405020304" pitchFamily="18" charset="0"/>
              </a:rPr>
              <a:t>…</a:t>
            </a:r>
            <a:r>
              <a:rPr lang="ko-KR" altLang="ko-KR" sz="1400"/>
              <a:t>);</a:t>
            </a:r>
            <a:r>
              <a:rPr lang="en-US" altLang="ko-KR" sz="1400"/>
              <a:t>		</a:t>
            </a:r>
            <a:r>
              <a:rPr lang="ko-KR" altLang="ko-KR" sz="1400"/>
              <a:t>	// Return is Event Count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ko-KR" sz="1400"/>
              <a:t>INT</a:t>
            </a:r>
            <a:r>
              <a:rPr lang="en-US" altLang="ko-KR" sz="1400"/>
              <a:t> </a:t>
            </a:r>
            <a:r>
              <a:rPr lang="ko-KR" altLang="ko-KR" sz="1400"/>
              <a:t>LcNet_WSAEventEnum(SOCKET s, HANDLE e);</a:t>
            </a:r>
            <a:r>
              <a:rPr lang="en-US" altLang="ko-KR" sz="1400"/>
              <a:t>	</a:t>
            </a:r>
            <a:r>
              <a:rPr lang="ko-KR" altLang="ko-KR" sz="1400"/>
              <a:t>// WSA Enum Network Event</a:t>
            </a:r>
            <a:endParaRPr lang="en-US" altLang="ko-KR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바닥글 개체 틀 3">
            <a:extLst>
              <a:ext uri="{FF2B5EF4-FFF2-40B4-BE49-F238E27FC236}">
                <a16:creationId xmlns:a16="http://schemas.microsoft.com/office/drawing/2014/main" id="{9ECA3739-2ABC-7C06-FD3D-17C5FDFD0A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356E454-28FB-68EA-5E91-49589203D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C62D5B3-214E-47BF-F639-FFBD2E348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소켓 옵션</a:t>
            </a:r>
            <a:r>
              <a:rPr lang="en-US" altLang="ko-KR"/>
              <a:t>(socket options)</a:t>
            </a:r>
          </a:p>
          <a:p>
            <a:pPr lvl="1" eaLnBrk="1" hangingPunct="1"/>
            <a:r>
              <a:rPr lang="ko-KR" altLang="en-US"/>
              <a:t>소켓 함수의 기본 동작을 변경</a:t>
            </a:r>
          </a:p>
          <a:p>
            <a:pPr lvl="2" eaLnBrk="1" hangingPunct="1"/>
            <a:r>
              <a:rPr lang="ko-KR" altLang="en-US"/>
              <a:t>소켓 코드와 프로토콜 구현 코드에 대한 세부적인 제어 가능</a:t>
            </a:r>
          </a:p>
          <a:p>
            <a:pPr lvl="2" eaLnBrk="1" hangingPunct="1"/>
            <a:endParaRPr lang="ko-KR" altLang="en-US"/>
          </a:p>
          <a:p>
            <a:pPr eaLnBrk="1" hangingPunct="1"/>
            <a:r>
              <a:rPr lang="ko-KR" altLang="en-US"/>
              <a:t>소켓 옵션의 종류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/>
              <a:t>① 소켓 코드가 담당하는 부분</a:t>
            </a:r>
          </a:p>
          <a:p>
            <a:pPr lvl="2" eaLnBrk="1" hangingPunct="1"/>
            <a:r>
              <a:rPr lang="ko-KR" altLang="en-US"/>
              <a:t>옵션을 설정하면 소켓 코드에서 해석하고 처리함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/>
              <a:t>② 프로토콜 구현 코드가 담당하는 부분</a:t>
            </a:r>
          </a:p>
          <a:p>
            <a:pPr lvl="2" eaLnBrk="1" hangingPunct="1"/>
            <a:r>
              <a:rPr lang="ko-KR" altLang="en-US"/>
              <a:t>옵션을 설정하면 프로토콜 구현 코드에서 해석하고 처리함</a:t>
            </a:r>
          </a:p>
          <a:p>
            <a:pPr lvl="1" eaLnBrk="1" hangingPunct="1"/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바닥글 개체 틀 3">
            <a:extLst>
              <a:ext uri="{FF2B5EF4-FFF2-40B4-BE49-F238E27FC236}">
                <a16:creationId xmlns:a16="http://schemas.microsoft.com/office/drawing/2014/main" id="{2647E1EB-E9DE-AF95-50CD-A2C18C89D7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A2F2AF1-E5EC-5477-EF4B-44B9FF0E3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 </a:t>
            </a:r>
            <a:r>
              <a:rPr lang="en-US" altLang="ko-KR" sz="2400"/>
              <a:t>3. Socket Option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ED9CED17-F2F4-9CA9-2BCC-27C49D687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소켓 옵션 설정하기</a:t>
            </a:r>
          </a:p>
          <a:p>
            <a:pPr eaLnBrk="1" hangingPunct="1"/>
            <a:endParaRPr lang="ko-KR" altLang="en-US"/>
          </a:p>
          <a:p>
            <a:pPr eaLnBrk="1" hangingPunct="1"/>
            <a:endParaRPr lang="ko-KR" altLang="en-US"/>
          </a:p>
          <a:p>
            <a:pPr eaLnBrk="1" hangingPunct="1"/>
            <a:endParaRPr lang="ko-KR" altLang="en-US"/>
          </a:p>
          <a:p>
            <a:pPr eaLnBrk="1" hangingPunct="1"/>
            <a:endParaRPr lang="ko-KR" altLang="en-US"/>
          </a:p>
          <a:p>
            <a:pPr eaLnBrk="1" hangingPunct="1"/>
            <a:endParaRPr lang="ko-KR" altLang="en-US"/>
          </a:p>
          <a:p>
            <a:pPr eaLnBrk="1" hangingPunct="1"/>
            <a:r>
              <a:rPr lang="ko-KR" altLang="en-US"/>
              <a:t>소켓 옵션 얻기</a:t>
            </a: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3CDF8D58-D271-290B-8785-9485E4D5D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1268413"/>
            <a:ext cx="7175500" cy="208915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SOCKET s,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int level,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int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optname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const char*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int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optlen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성공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0,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SOCKET_ERROR</a:t>
            </a: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BC848BE3-49C6-F686-AF57-C05BB5BCF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292600"/>
            <a:ext cx="7175500" cy="2033588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getsockopt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SOCKET s,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int level,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int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optname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char*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int*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optlen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성공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0,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SOCKET_ERROR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바닥글 개체 틀 3">
            <a:extLst>
              <a:ext uri="{FF2B5EF4-FFF2-40B4-BE49-F238E27FC236}">
                <a16:creationId xmlns:a16="http://schemas.microsoft.com/office/drawing/2014/main" id="{14028EC6-6EC9-6A56-B7A2-E16D0CD19A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8E89529-EFEA-A375-57ED-E184292C3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8D78FEFB-A536-CE40-A651-A50409F4F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소켓 옵션 </a:t>
            </a:r>
            <a:r>
              <a:rPr lang="en-US" altLang="ko-KR"/>
              <a:t>- SOL_SOCKET</a:t>
            </a:r>
          </a:p>
        </p:txBody>
      </p:sp>
      <p:grpSp>
        <p:nvGrpSpPr>
          <p:cNvPr id="12293" name="Group 4">
            <a:extLst>
              <a:ext uri="{FF2B5EF4-FFF2-40B4-BE49-F238E27FC236}">
                <a16:creationId xmlns:a16="http://schemas.microsoft.com/office/drawing/2014/main" id="{6A129D67-BFAD-1C52-E8F9-6467A18AB447}"/>
              </a:ext>
            </a:extLst>
          </p:cNvPr>
          <p:cNvGrpSpPr>
            <a:grpSpLocks/>
          </p:cNvGrpSpPr>
          <p:nvPr/>
        </p:nvGrpSpPr>
        <p:grpSpPr bwMode="auto">
          <a:xfrm>
            <a:off x="219075" y="1752600"/>
            <a:ext cx="8713788" cy="4495800"/>
            <a:chOff x="149" y="1154"/>
            <a:chExt cx="5947" cy="2329"/>
          </a:xfrm>
        </p:grpSpPr>
        <p:grpSp>
          <p:nvGrpSpPr>
            <p:cNvPr id="12294" name="Group 5">
              <a:extLst>
                <a:ext uri="{FF2B5EF4-FFF2-40B4-BE49-F238E27FC236}">
                  <a16:creationId xmlns:a16="http://schemas.microsoft.com/office/drawing/2014/main" id="{CB21842C-8EC3-94BA-366A-D2AFAC3A7D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" y="1154"/>
              <a:ext cx="1291" cy="2329"/>
              <a:chOff x="101" y="1154"/>
              <a:chExt cx="1169" cy="2329"/>
            </a:xfrm>
          </p:grpSpPr>
          <p:grpSp>
            <p:nvGrpSpPr>
              <p:cNvPr id="12402" name="Group 6">
                <a:extLst>
                  <a:ext uri="{FF2B5EF4-FFF2-40B4-BE49-F238E27FC236}">
                    <a16:creationId xmlns:a16="http://schemas.microsoft.com/office/drawing/2014/main" id="{CF481479-4FF6-59EA-5B18-4723304AEC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" y="1154"/>
                <a:ext cx="1169" cy="305"/>
                <a:chOff x="0" y="0"/>
                <a:chExt cx="768" cy="460"/>
              </a:xfrm>
            </p:grpSpPr>
            <p:sp>
              <p:nvSpPr>
                <p:cNvPr id="12424" name="Rectangle 7">
                  <a:extLst>
                    <a:ext uri="{FF2B5EF4-FFF2-40B4-BE49-F238E27FC236}">
                      <a16:creationId xmlns:a16="http://schemas.microsoft.com/office/drawing/2014/main" id="{6DB291D9-5E4A-CE15-2145-7A0E96D9E6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68" cy="460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2425" name="Group 8">
                  <a:extLst>
                    <a:ext uri="{FF2B5EF4-FFF2-40B4-BE49-F238E27FC236}">
                      <a16:creationId xmlns:a16="http://schemas.microsoft.com/office/drawing/2014/main" id="{A829B5A8-5F46-BEAF-B426-993EDBA5F6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768" cy="460"/>
                  <a:chOff x="0" y="0"/>
                  <a:chExt cx="768" cy="460"/>
                </a:xfrm>
              </p:grpSpPr>
              <p:sp>
                <p:nvSpPr>
                  <p:cNvPr id="12426" name="Rectangle 9">
                    <a:extLst>
                      <a:ext uri="{FF2B5EF4-FFF2-40B4-BE49-F238E27FC236}">
                        <a16:creationId xmlns:a16="http://schemas.microsoft.com/office/drawing/2014/main" id="{25602CC1-B905-41B8-66DD-68E498A08D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" y="0"/>
                    <a:ext cx="688" cy="460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ko-KR" sz="1400" dirty="0" err="1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optname</a:t>
                    </a:r>
                    <a:endParaRPr lang="en-US" altLang="ko-KR" sz="1400" dirty="0">
                      <a:latin typeface="Malgun Gothic Semilight" panose="020B0502040204020203" pitchFamily="50" charset="-127"/>
                      <a:ea typeface="Malgun Gothic Semilight" panose="020B0502040204020203" pitchFamily="50" charset="-127"/>
                      <a:cs typeface="Malgun Gothic Semilight" panose="020B0502040204020203" pitchFamily="50" charset="-127"/>
                    </a:endParaRPr>
                  </a:p>
                </p:txBody>
              </p:sp>
              <p:sp>
                <p:nvSpPr>
                  <p:cNvPr id="12427" name="Rectangle 10">
                    <a:extLst>
                      <a:ext uri="{FF2B5EF4-FFF2-40B4-BE49-F238E27FC236}">
                        <a16:creationId xmlns:a16="http://schemas.microsoft.com/office/drawing/2014/main" id="{95BB3193-F545-7CA7-64C9-527292FFBD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768" cy="46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2403" name="Group 11">
                <a:extLst>
                  <a:ext uri="{FF2B5EF4-FFF2-40B4-BE49-F238E27FC236}">
                    <a16:creationId xmlns:a16="http://schemas.microsoft.com/office/drawing/2014/main" id="{08D5AA8F-BBC0-568A-15BE-CB4A4013FF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" y="1459"/>
                <a:ext cx="1169" cy="306"/>
                <a:chOff x="0" y="460"/>
                <a:chExt cx="768" cy="460"/>
              </a:xfrm>
            </p:grpSpPr>
            <p:sp>
              <p:nvSpPr>
                <p:cNvPr id="12422" name="Rectangle 12">
                  <a:extLst>
                    <a:ext uri="{FF2B5EF4-FFF2-40B4-BE49-F238E27FC236}">
                      <a16:creationId xmlns:a16="http://schemas.microsoft.com/office/drawing/2014/main" id="{07EE7896-9D57-F224-0BF8-297582330B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460"/>
                  <a:ext cx="688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SO_BROADCAST</a:t>
                  </a:r>
                </a:p>
              </p:txBody>
            </p:sp>
            <p:sp>
              <p:nvSpPr>
                <p:cNvPr id="12423" name="Rectangle 13">
                  <a:extLst>
                    <a:ext uri="{FF2B5EF4-FFF2-40B4-BE49-F238E27FC236}">
                      <a16:creationId xmlns:a16="http://schemas.microsoft.com/office/drawing/2014/main" id="{47B18C90-9B7B-6AAE-40BD-D765A668C4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60"/>
                  <a:ext cx="768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404" name="Group 14">
                <a:extLst>
                  <a:ext uri="{FF2B5EF4-FFF2-40B4-BE49-F238E27FC236}">
                    <a16:creationId xmlns:a16="http://schemas.microsoft.com/office/drawing/2014/main" id="{60E524AB-9C1A-A2A3-A097-45DA766ABB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" y="1765"/>
                <a:ext cx="1169" cy="305"/>
                <a:chOff x="0" y="920"/>
                <a:chExt cx="768" cy="460"/>
              </a:xfrm>
            </p:grpSpPr>
            <p:sp>
              <p:nvSpPr>
                <p:cNvPr id="12420" name="Rectangle 15">
                  <a:extLst>
                    <a:ext uri="{FF2B5EF4-FFF2-40B4-BE49-F238E27FC236}">
                      <a16:creationId xmlns:a16="http://schemas.microsoft.com/office/drawing/2014/main" id="{16F46B27-2441-4BD7-2F21-5D7A0ED270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920"/>
                  <a:ext cx="688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SO_DONTROUTE</a:t>
                  </a:r>
                </a:p>
              </p:txBody>
            </p:sp>
            <p:sp>
              <p:nvSpPr>
                <p:cNvPr id="12421" name="Rectangle 16">
                  <a:extLst>
                    <a:ext uri="{FF2B5EF4-FFF2-40B4-BE49-F238E27FC236}">
                      <a16:creationId xmlns:a16="http://schemas.microsoft.com/office/drawing/2014/main" id="{88F341AD-C8E0-A16B-69D2-629AB4D843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20"/>
                  <a:ext cx="768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405" name="Group 17">
                <a:extLst>
                  <a:ext uri="{FF2B5EF4-FFF2-40B4-BE49-F238E27FC236}">
                    <a16:creationId xmlns:a16="http://schemas.microsoft.com/office/drawing/2014/main" id="{10688CF6-5D01-9AC9-CCAE-E839C192A2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" y="2070"/>
                <a:ext cx="1169" cy="249"/>
                <a:chOff x="0" y="1380"/>
                <a:chExt cx="768" cy="374"/>
              </a:xfrm>
            </p:grpSpPr>
            <p:sp>
              <p:nvSpPr>
                <p:cNvPr id="12418" name="Rectangle 18">
                  <a:extLst>
                    <a:ext uri="{FF2B5EF4-FFF2-40B4-BE49-F238E27FC236}">
                      <a16:creationId xmlns:a16="http://schemas.microsoft.com/office/drawing/2014/main" id="{E9DBD369-F6CA-0DE2-303E-11FBE41712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380"/>
                  <a:ext cx="688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SO_KEEPALIVE</a:t>
                  </a:r>
                </a:p>
              </p:txBody>
            </p:sp>
            <p:sp>
              <p:nvSpPr>
                <p:cNvPr id="12419" name="Rectangle 19">
                  <a:extLst>
                    <a:ext uri="{FF2B5EF4-FFF2-40B4-BE49-F238E27FC236}">
                      <a16:creationId xmlns:a16="http://schemas.microsoft.com/office/drawing/2014/main" id="{B5FF28DB-F1D8-C9A0-FE41-E852A03A54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380"/>
                  <a:ext cx="768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406" name="Group 20">
                <a:extLst>
                  <a:ext uri="{FF2B5EF4-FFF2-40B4-BE49-F238E27FC236}">
                    <a16:creationId xmlns:a16="http://schemas.microsoft.com/office/drawing/2014/main" id="{92444746-29F8-4B38-63ED-9C7B9A6FBD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" y="2319"/>
                <a:ext cx="1169" cy="305"/>
                <a:chOff x="0" y="1754"/>
                <a:chExt cx="768" cy="460"/>
              </a:xfrm>
            </p:grpSpPr>
            <p:sp>
              <p:nvSpPr>
                <p:cNvPr id="12416" name="Rectangle 21">
                  <a:extLst>
                    <a:ext uri="{FF2B5EF4-FFF2-40B4-BE49-F238E27FC236}">
                      <a16:creationId xmlns:a16="http://schemas.microsoft.com/office/drawing/2014/main" id="{CE96732E-9FB3-2F84-F8AF-338AAE734F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754"/>
                  <a:ext cx="688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SO_LINGER</a:t>
                  </a:r>
                </a:p>
              </p:txBody>
            </p:sp>
            <p:sp>
              <p:nvSpPr>
                <p:cNvPr id="12417" name="Rectangle 22">
                  <a:extLst>
                    <a:ext uri="{FF2B5EF4-FFF2-40B4-BE49-F238E27FC236}">
                      <a16:creationId xmlns:a16="http://schemas.microsoft.com/office/drawing/2014/main" id="{139CA30A-935E-544B-E5A0-8A1B2263B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54"/>
                  <a:ext cx="768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407" name="Group 23">
                <a:extLst>
                  <a:ext uri="{FF2B5EF4-FFF2-40B4-BE49-F238E27FC236}">
                    <a16:creationId xmlns:a16="http://schemas.microsoft.com/office/drawing/2014/main" id="{147D3745-B7A1-EF61-8C8C-6E09506E11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" y="2624"/>
                <a:ext cx="1169" cy="305"/>
                <a:chOff x="0" y="2214"/>
                <a:chExt cx="768" cy="460"/>
              </a:xfrm>
            </p:grpSpPr>
            <p:sp>
              <p:nvSpPr>
                <p:cNvPr id="12414" name="Rectangle 24">
                  <a:extLst>
                    <a:ext uri="{FF2B5EF4-FFF2-40B4-BE49-F238E27FC236}">
                      <a16:creationId xmlns:a16="http://schemas.microsoft.com/office/drawing/2014/main" id="{FC805E53-F893-C76C-287B-4B66FC13D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2214"/>
                  <a:ext cx="688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SO_SNDBUF</a:t>
                  </a:r>
                </a:p>
                <a:p>
                  <a:pPr algn="just" latinLnBrk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SO_RCVBUF</a:t>
                  </a:r>
                </a:p>
              </p:txBody>
            </p:sp>
            <p:sp>
              <p:nvSpPr>
                <p:cNvPr id="12415" name="Rectangle 25">
                  <a:extLst>
                    <a:ext uri="{FF2B5EF4-FFF2-40B4-BE49-F238E27FC236}">
                      <a16:creationId xmlns:a16="http://schemas.microsoft.com/office/drawing/2014/main" id="{3FEBCFC5-D29B-D63A-D1B5-23A2104591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214"/>
                  <a:ext cx="768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408" name="Group 26">
                <a:extLst>
                  <a:ext uri="{FF2B5EF4-FFF2-40B4-BE49-F238E27FC236}">
                    <a16:creationId xmlns:a16="http://schemas.microsoft.com/office/drawing/2014/main" id="{6AC20CC8-6DCF-73CD-7A5A-D1D5C2F0A7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" y="2929"/>
                <a:ext cx="1169" cy="306"/>
                <a:chOff x="0" y="2674"/>
                <a:chExt cx="768" cy="460"/>
              </a:xfrm>
            </p:grpSpPr>
            <p:sp>
              <p:nvSpPr>
                <p:cNvPr id="12412" name="Rectangle 27">
                  <a:extLst>
                    <a:ext uri="{FF2B5EF4-FFF2-40B4-BE49-F238E27FC236}">
                      <a16:creationId xmlns:a16="http://schemas.microsoft.com/office/drawing/2014/main" id="{1E3A3A1A-E486-6A1D-3C42-469BD6B5A7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2674"/>
                  <a:ext cx="688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SO_SNDTIMEO</a:t>
                  </a:r>
                </a:p>
                <a:p>
                  <a:pPr algn="just" latinLnBrk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SO_RCVTIMEO</a:t>
                  </a:r>
                </a:p>
              </p:txBody>
            </p:sp>
            <p:sp>
              <p:nvSpPr>
                <p:cNvPr id="12413" name="Rectangle 28">
                  <a:extLst>
                    <a:ext uri="{FF2B5EF4-FFF2-40B4-BE49-F238E27FC236}">
                      <a16:creationId xmlns:a16="http://schemas.microsoft.com/office/drawing/2014/main" id="{C94DBB56-95B1-9CF0-602F-D32C8FC718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674"/>
                  <a:ext cx="768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409" name="Group 29">
                <a:extLst>
                  <a:ext uri="{FF2B5EF4-FFF2-40B4-BE49-F238E27FC236}">
                    <a16:creationId xmlns:a16="http://schemas.microsoft.com/office/drawing/2014/main" id="{D3772752-7452-FEB2-19A2-B5DF8F1443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" y="3235"/>
                <a:ext cx="1169" cy="248"/>
                <a:chOff x="0" y="3134"/>
                <a:chExt cx="768" cy="374"/>
              </a:xfrm>
            </p:grpSpPr>
            <p:sp>
              <p:nvSpPr>
                <p:cNvPr id="12410" name="Rectangle 30">
                  <a:extLst>
                    <a:ext uri="{FF2B5EF4-FFF2-40B4-BE49-F238E27FC236}">
                      <a16:creationId xmlns:a16="http://schemas.microsoft.com/office/drawing/2014/main" id="{6ADC6F86-0C4A-E0D2-E407-FFD8BA5F91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3134"/>
                  <a:ext cx="688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SO_REUSEADDR</a:t>
                  </a:r>
                </a:p>
              </p:txBody>
            </p:sp>
            <p:sp>
              <p:nvSpPr>
                <p:cNvPr id="12411" name="Rectangle 31">
                  <a:extLst>
                    <a:ext uri="{FF2B5EF4-FFF2-40B4-BE49-F238E27FC236}">
                      <a16:creationId xmlns:a16="http://schemas.microsoft.com/office/drawing/2014/main" id="{76BE50A7-6721-B709-CEF0-C371F64D09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134"/>
                  <a:ext cx="768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2295" name="Group 32">
              <a:extLst>
                <a:ext uri="{FF2B5EF4-FFF2-40B4-BE49-F238E27FC236}">
                  <a16:creationId xmlns:a16="http://schemas.microsoft.com/office/drawing/2014/main" id="{84207862-B11D-91A6-7A68-F4F6F4E7A1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154"/>
              <a:ext cx="888" cy="2329"/>
              <a:chOff x="1270" y="1154"/>
              <a:chExt cx="888" cy="2329"/>
            </a:xfrm>
          </p:grpSpPr>
          <p:grpSp>
            <p:nvGrpSpPr>
              <p:cNvPr id="12376" name="Group 33">
                <a:extLst>
                  <a:ext uri="{FF2B5EF4-FFF2-40B4-BE49-F238E27FC236}">
                    <a16:creationId xmlns:a16="http://schemas.microsoft.com/office/drawing/2014/main" id="{FCEFCC65-24AA-E151-63EC-70A3AA8345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0" y="1154"/>
                <a:ext cx="888" cy="305"/>
                <a:chOff x="768" y="0"/>
                <a:chExt cx="584" cy="460"/>
              </a:xfrm>
            </p:grpSpPr>
            <p:sp>
              <p:nvSpPr>
                <p:cNvPr id="12398" name="Rectangle 34">
                  <a:extLst>
                    <a:ext uri="{FF2B5EF4-FFF2-40B4-BE49-F238E27FC236}">
                      <a16:creationId xmlns:a16="http://schemas.microsoft.com/office/drawing/2014/main" id="{AA0701A4-6B29-5381-295B-77C830C5D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0"/>
                  <a:ext cx="584" cy="460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2399" name="Group 35">
                  <a:extLst>
                    <a:ext uri="{FF2B5EF4-FFF2-40B4-BE49-F238E27FC236}">
                      <a16:creationId xmlns:a16="http://schemas.microsoft.com/office/drawing/2014/main" id="{980A598E-722F-B690-23A4-5C218ED3C7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68" y="0"/>
                  <a:ext cx="584" cy="460"/>
                  <a:chOff x="768" y="0"/>
                  <a:chExt cx="584" cy="460"/>
                </a:xfrm>
              </p:grpSpPr>
              <p:sp>
                <p:nvSpPr>
                  <p:cNvPr id="12400" name="Rectangle 36">
                    <a:extLst>
                      <a:ext uri="{FF2B5EF4-FFF2-40B4-BE49-F238E27FC236}">
                        <a16:creationId xmlns:a16="http://schemas.microsoft.com/office/drawing/2014/main" id="{182D087D-3869-2801-4B9B-CCDA4CE845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8" y="0"/>
                    <a:ext cx="538" cy="460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ko-KR" sz="1400" dirty="0" err="1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optval</a:t>
                    </a:r>
                    <a:r>
                      <a:rPr lang="en-US" altLang="ko-KR" sz="14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 </a:t>
                    </a:r>
                    <a:r>
                      <a:rPr lang="ko-KR" altLang="en-US" sz="14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타입</a:t>
                    </a:r>
                  </a:p>
                </p:txBody>
              </p:sp>
              <p:sp>
                <p:nvSpPr>
                  <p:cNvPr id="12401" name="Rectangle 37">
                    <a:extLst>
                      <a:ext uri="{FF2B5EF4-FFF2-40B4-BE49-F238E27FC236}">
                        <a16:creationId xmlns:a16="http://schemas.microsoft.com/office/drawing/2014/main" id="{04259B29-9E4F-9D75-AAFC-3263FBD337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8" y="0"/>
                    <a:ext cx="584" cy="46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2377" name="Group 38">
                <a:extLst>
                  <a:ext uri="{FF2B5EF4-FFF2-40B4-BE49-F238E27FC236}">
                    <a16:creationId xmlns:a16="http://schemas.microsoft.com/office/drawing/2014/main" id="{A5F4AC17-1B2A-5FB8-C7BB-BD4A5185A4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0" y="1459"/>
                <a:ext cx="888" cy="306"/>
                <a:chOff x="768" y="460"/>
                <a:chExt cx="584" cy="460"/>
              </a:xfrm>
            </p:grpSpPr>
            <p:sp>
              <p:nvSpPr>
                <p:cNvPr id="12396" name="Rectangle 39">
                  <a:extLst>
                    <a:ext uri="{FF2B5EF4-FFF2-40B4-BE49-F238E27FC236}">
                      <a16:creationId xmlns:a16="http://schemas.microsoft.com/office/drawing/2014/main" id="{118AFA3B-0FF9-E07F-3A2B-EF68E4865D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8" y="460"/>
                  <a:ext cx="50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BOOL</a:t>
                  </a:r>
                </a:p>
              </p:txBody>
            </p:sp>
            <p:sp>
              <p:nvSpPr>
                <p:cNvPr id="12397" name="Rectangle 40">
                  <a:extLst>
                    <a:ext uri="{FF2B5EF4-FFF2-40B4-BE49-F238E27FC236}">
                      <a16:creationId xmlns:a16="http://schemas.microsoft.com/office/drawing/2014/main" id="{AE7DE083-4F85-4A33-1297-5F76CD73C5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460"/>
                  <a:ext cx="58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78" name="Group 41">
                <a:extLst>
                  <a:ext uri="{FF2B5EF4-FFF2-40B4-BE49-F238E27FC236}">
                    <a16:creationId xmlns:a16="http://schemas.microsoft.com/office/drawing/2014/main" id="{EEBC68E5-4D88-9637-AA88-8124F8A3D4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0" y="1765"/>
                <a:ext cx="888" cy="305"/>
                <a:chOff x="768" y="920"/>
                <a:chExt cx="584" cy="460"/>
              </a:xfrm>
            </p:grpSpPr>
            <p:sp>
              <p:nvSpPr>
                <p:cNvPr id="12394" name="Rectangle 42">
                  <a:extLst>
                    <a:ext uri="{FF2B5EF4-FFF2-40B4-BE49-F238E27FC236}">
                      <a16:creationId xmlns:a16="http://schemas.microsoft.com/office/drawing/2014/main" id="{2F1A67FD-708A-EE65-4259-5B9E7AB646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8" y="920"/>
                  <a:ext cx="50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BOOL</a:t>
                  </a:r>
                </a:p>
              </p:txBody>
            </p:sp>
            <p:sp>
              <p:nvSpPr>
                <p:cNvPr id="12395" name="Rectangle 43">
                  <a:extLst>
                    <a:ext uri="{FF2B5EF4-FFF2-40B4-BE49-F238E27FC236}">
                      <a16:creationId xmlns:a16="http://schemas.microsoft.com/office/drawing/2014/main" id="{DB864A7C-6CE9-734F-D4DD-4E065557B6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920"/>
                  <a:ext cx="58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79" name="Group 44">
                <a:extLst>
                  <a:ext uri="{FF2B5EF4-FFF2-40B4-BE49-F238E27FC236}">
                    <a16:creationId xmlns:a16="http://schemas.microsoft.com/office/drawing/2014/main" id="{54EC2796-269F-5730-08C0-BBC8C10A50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0" y="2070"/>
                <a:ext cx="888" cy="249"/>
                <a:chOff x="768" y="1380"/>
                <a:chExt cx="584" cy="374"/>
              </a:xfrm>
            </p:grpSpPr>
            <p:sp>
              <p:nvSpPr>
                <p:cNvPr id="12392" name="Rectangle 45">
                  <a:extLst>
                    <a:ext uri="{FF2B5EF4-FFF2-40B4-BE49-F238E27FC236}">
                      <a16:creationId xmlns:a16="http://schemas.microsoft.com/office/drawing/2014/main" id="{DE1FA593-6EFA-26FB-67CF-35CABCCA49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8" y="1380"/>
                  <a:ext cx="50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BOOL</a:t>
                  </a:r>
                </a:p>
              </p:txBody>
            </p:sp>
            <p:sp>
              <p:nvSpPr>
                <p:cNvPr id="12393" name="Rectangle 46">
                  <a:extLst>
                    <a:ext uri="{FF2B5EF4-FFF2-40B4-BE49-F238E27FC236}">
                      <a16:creationId xmlns:a16="http://schemas.microsoft.com/office/drawing/2014/main" id="{0BDB3A23-6777-EFA0-7610-D62951746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380"/>
                  <a:ext cx="584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80" name="Group 47">
                <a:extLst>
                  <a:ext uri="{FF2B5EF4-FFF2-40B4-BE49-F238E27FC236}">
                    <a16:creationId xmlns:a16="http://schemas.microsoft.com/office/drawing/2014/main" id="{0F76B5ED-E363-81F5-A5E0-76905CC0D0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0" y="2319"/>
                <a:ext cx="888" cy="305"/>
                <a:chOff x="768" y="1754"/>
                <a:chExt cx="584" cy="460"/>
              </a:xfrm>
            </p:grpSpPr>
            <p:sp>
              <p:nvSpPr>
                <p:cNvPr id="12390" name="Rectangle 48">
                  <a:extLst>
                    <a:ext uri="{FF2B5EF4-FFF2-40B4-BE49-F238E27FC236}">
                      <a16:creationId xmlns:a16="http://schemas.microsoft.com/office/drawing/2014/main" id="{26976438-3848-6D51-84C2-386826BEE6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8" y="1754"/>
                  <a:ext cx="50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struct linger{}</a:t>
                  </a:r>
                </a:p>
              </p:txBody>
            </p:sp>
            <p:sp>
              <p:nvSpPr>
                <p:cNvPr id="12391" name="Rectangle 49">
                  <a:extLst>
                    <a:ext uri="{FF2B5EF4-FFF2-40B4-BE49-F238E27FC236}">
                      <a16:creationId xmlns:a16="http://schemas.microsoft.com/office/drawing/2014/main" id="{032C849C-1606-8A48-4C94-1A03478ADE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754"/>
                  <a:ext cx="58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81" name="Group 50">
                <a:extLst>
                  <a:ext uri="{FF2B5EF4-FFF2-40B4-BE49-F238E27FC236}">
                    <a16:creationId xmlns:a16="http://schemas.microsoft.com/office/drawing/2014/main" id="{A2AAF49C-9766-80AF-E356-6234CE7A48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0" y="2624"/>
                <a:ext cx="888" cy="305"/>
                <a:chOff x="768" y="2214"/>
                <a:chExt cx="584" cy="460"/>
              </a:xfrm>
            </p:grpSpPr>
            <p:sp>
              <p:nvSpPr>
                <p:cNvPr id="12388" name="Rectangle 51">
                  <a:extLst>
                    <a:ext uri="{FF2B5EF4-FFF2-40B4-BE49-F238E27FC236}">
                      <a16:creationId xmlns:a16="http://schemas.microsoft.com/office/drawing/2014/main" id="{8F3783A4-549F-FAAE-01D2-BC4F37185D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8" y="2214"/>
                  <a:ext cx="50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int</a:t>
                  </a:r>
                </a:p>
              </p:txBody>
            </p:sp>
            <p:sp>
              <p:nvSpPr>
                <p:cNvPr id="12389" name="Rectangle 52">
                  <a:extLst>
                    <a:ext uri="{FF2B5EF4-FFF2-40B4-BE49-F238E27FC236}">
                      <a16:creationId xmlns:a16="http://schemas.microsoft.com/office/drawing/2014/main" id="{CE46D657-2200-D472-106E-C0FF913546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2214"/>
                  <a:ext cx="58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82" name="Group 53">
                <a:extLst>
                  <a:ext uri="{FF2B5EF4-FFF2-40B4-BE49-F238E27FC236}">
                    <a16:creationId xmlns:a16="http://schemas.microsoft.com/office/drawing/2014/main" id="{B79A5E5C-B907-2C60-E6D6-B3F3D7742D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0" y="2929"/>
                <a:ext cx="888" cy="306"/>
                <a:chOff x="768" y="2674"/>
                <a:chExt cx="584" cy="460"/>
              </a:xfrm>
            </p:grpSpPr>
            <p:sp>
              <p:nvSpPr>
                <p:cNvPr id="12386" name="Rectangle 54">
                  <a:extLst>
                    <a:ext uri="{FF2B5EF4-FFF2-40B4-BE49-F238E27FC236}">
                      <a16:creationId xmlns:a16="http://schemas.microsoft.com/office/drawing/2014/main" id="{304872C3-2F75-1CBE-448A-13619D4DD9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8" y="2674"/>
                  <a:ext cx="50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int</a:t>
                  </a:r>
                </a:p>
              </p:txBody>
            </p:sp>
            <p:sp>
              <p:nvSpPr>
                <p:cNvPr id="12387" name="Rectangle 55">
                  <a:extLst>
                    <a:ext uri="{FF2B5EF4-FFF2-40B4-BE49-F238E27FC236}">
                      <a16:creationId xmlns:a16="http://schemas.microsoft.com/office/drawing/2014/main" id="{D864829E-52EF-7085-F706-A6CDC709AC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2674"/>
                  <a:ext cx="58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83" name="Group 56">
                <a:extLst>
                  <a:ext uri="{FF2B5EF4-FFF2-40B4-BE49-F238E27FC236}">
                    <a16:creationId xmlns:a16="http://schemas.microsoft.com/office/drawing/2014/main" id="{5CDD4DA4-0FFB-D0C9-BF91-02AEAE258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0" y="3235"/>
                <a:ext cx="888" cy="248"/>
                <a:chOff x="768" y="3134"/>
                <a:chExt cx="584" cy="374"/>
              </a:xfrm>
            </p:grpSpPr>
            <p:sp>
              <p:nvSpPr>
                <p:cNvPr id="12384" name="Rectangle 57">
                  <a:extLst>
                    <a:ext uri="{FF2B5EF4-FFF2-40B4-BE49-F238E27FC236}">
                      <a16:creationId xmlns:a16="http://schemas.microsoft.com/office/drawing/2014/main" id="{AB9CD50A-052D-39AD-4481-656B5B4F9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8" y="3134"/>
                  <a:ext cx="50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BOOL</a:t>
                  </a:r>
                </a:p>
              </p:txBody>
            </p:sp>
            <p:sp>
              <p:nvSpPr>
                <p:cNvPr id="12385" name="Rectangle 58">
                  <a:extLst>
                    <a:ext uri="{FF2B5EF4-FFF2-40B4-BE49-F238E27FC236}">
                      <a16:creationId xmlns:a16="http://schemas.microsoft.com/office/drawing/2014/main" id="{3B5A84AB-6BE6-CD8A-7964-B8D0EF5593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3134"/>
                  <a:ext cx="584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2296" name="Group 59">
              <a:extLst>
                <a:ext uri="{FF2B5EF4-FFF2-40B4-BE49-F238E27FC236}">
                  <a16:creationId xmlns:a16="http://schemas.microsoft.com/office/drawing/2014/main" id="{28DD2D28-8CB3-6FB4-50F1-8AE4A01B2F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6" y="1154"/>
              <a:ext cx="866" cy="2329"/>
              <a:chOff x="2158" y="1154"/>
              <a:chExt cx="901" cy="2329"/>
            </a:xfrm>
          </p:grpSpPr>
          <p:grpSp>
            <p:nvGrpSpPr>
              <p:cNvPr id="12324" name="Group 60">
                <a:extLst>
                  <a:ext uri="{FF2B5EF4-FFF2-40B4-BE49-F238E27FC236}">
                    <a16:creationId xmlns:a16="http://schemas.microsoft.com/office/drawing/2014/main" id="{79C675EB-C2F7-FCB5-8004-0B7D9AF71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8" y="1154"/>
                <a:ext cx="451" cy="305"/>
                <a:chOff x="1352" y="0"/>
                <a:chExt cx="296" cy="460"/>
              </a:xfrm>
            </p:grpSpPr>
            <p:sp>
              <p:nvSpPr>
                <p:cNvPr id="12372" name="Rectangle 61">
                  <a:extLst>
                    <a:ext uri="{FF2B5EF4-FFF2-40B4-BE49-F238E27FC236}">
                      <a16:creationId xmlns:a16="http://schemas.microsoft.com/office/drawing/2014/main" id="{7361F845-C474-ECE3-9CE3-9C5C4F0939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0"/>
                  <a:ext cx="296" cy="460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1400" b="0">
                    <a:latin typeface="Malgun Gothic Semilight" panose="020B0502040204020203" pitchFamily="50" charset="-127"/>
                    <a:ea typeface="Malgun Gothic Semilight" panose="020B0502040204020203" pitchFamily="50" charset="-127"/>
                    <a:cs typeface="Malgun Gothic Semilight" panose="020B0502040204020203" pitchFamily="50" charset="-127"/>
                  </a:endParaRPr>
                </a:p>
              </p:txBody>
            </p:sp>
            <p:grpSp>
              <p:nvGrpSpPr>
                <p:cNvPr id="12373" name="Group 62">
                  <a:extLst>
                    <a:ext uri="{FF2B5EF4-FFF2-40B4-BE49-F238E27FC236}">
                      <a16:creationId xmlns:a16="http://schemas.microsoft.com/office/drawing/2014/main" id="{AE1B2010-CF03-970A-645C-22BCCCE030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52" y="0"/>
                  <a:ext cx="296" cy="460"/>
                  <a:chOff x="1352" y="0"/>
                  <a:chExt cx="296" cy="460"/>
                </a:xfrm>
              </p:grpSpPr>
              <p:sp>
                <p:nvSpPr>
                  <p:cNvPr id="12374" name="Rectangle 63">
                    <a:extLst>
                      <a:ext uri="{FF2B5EF4-FFF2-40B4-BE49-F238E27FC236}">
                        <a16:creationId xmlns:a16="http://schemas.microsoft.com/office/drawing/2014/main" id="{FF92ABE2-95A8-99E9-9DAF-97052D3C9A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92" y="0"/>
                    <a:ext cx="216" cy="460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ko-KR" sz="1400">
                        <a:latin typeface="+mn-ea"/>
                        <a:ea typeface="+mn-ea"/>
                      </a:rPr>
                      <a:t>get</a:t>
                    </a:r>
                  </a:p>
                </p:txBody>
              </p:sp>
              <p:sp>
                <p:nvSpPr>
                  <p:cNvPr id="12375" name="Rectangle 64">
                    <a:extLst>
                      <a:ext uri="{FF2B5EF4-FFF2-40B4-BE49-F238E27FC236}">
                        <a16:creationId xmlns:a16="http://schemas.microsoft.com/office/drawing/2014/main" id="{2BD66987-B477-334A-393C-45065D72BB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52" y="0"/>
                    <a:ext cx="296" cy="46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2325" name="Group 65">
                <a:extLst>
                  <a:ext uri="{FF2B5EF4-FFF2-40B4-BE49-F238E27FC236}">
                    <a16:creationId xmlns:a16="http://schemas.microsoft.com/office/drawing/2014/main" id="{27DFC72C-6259-B0D8-602A-36AA3ADA1B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9" y="1154"/>
                <a:ext cx="450" cy="305"/>
                <a:chOff x="1648" y="0"/>
                <a:chExt cx="296" cy="460"/>
              </a:xfrm>
            </p:grpSpPr>
            <p:sp>
              <p:nvSpPr>
                <p:cNvPr id="12368" name="Rectangle 66">
                  <a:extLst>
                    <a:ext uri="{FF2B5EF4-FFF2-40B4-BE49-F238E27FC236}">
                      <a16:creationId xmlns:a16="http://schemas.microsoft.com/office/drawing/2014/main" id="{780F1251-589F-85F8-A61D-024C9D026A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8" y="0"/>
                  <a:ext cx="296" cy="460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2369" name="Group 67">
                  <a:extLst>
                    <a:ext uri="{FF2B5EF4-FFF2-40B4-BE49-F238E27FC236}">
                      <a16:creationId xmlns:a16="http://schemas.microsoft.com/office/drawing/2014/main" id="{947204FE-979C-913C-EE63-067119F2AC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48" y="0"/>
                  <a:ext cx="296" cy="460"/>
                  <a:chOff x="1648" y="0"/>
                  <a:chExt cx="296" cy="460"/>
                </a:xfrm>
              </p:grpSpPr>
              <p:sp>
                <p:nvSpPr>
                  <p:cNvPr id="12370" name="Rectangle 68">
                    <a:extLst>
                      <a:ext uri="{FF2B5EF4-FFF2-40B4-BE49-F238E27FC236}">
                        <a16:creationId xmlns:a16="http://schemas.microsoft.com/office/drawing/2014/main" id="{D0F0D065-79C5-34B0-1142-783B86A95C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88" y="0"/>
                    <a:ext cx="216" cy="460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ko-KR" sz="140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set</a:t>
                    </a:r>
                  </a:p>
                </p:txBody>
              </p:sp>
              <p:sp>
                <p:nvSpPr>
                  <p:cNvPr id="12371" name="Rectangle 69">
                    <a:extLst>
                      <a:ext uri="{FF2B5EF4-FFF2-40B4-BE49-F238E27FC236}">
                        <a16:creationId xmlns:a16="http://schemas.microsoft.com/office/drawing/2014/main" id="{4425110F-1CAB-3F50-99A2-3BEF555ACD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48" y="0"/>
                    <a:ext cx="296" cy="46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2326" name="Group 70">
                <a:extLst>
                  <a:ext uri="{FF2B5EF4-FFF2-40B4-BE49-F238E27FC236}">
                    <a16:creationId xmlns:a16="http://schemas.microsoft.com/office/drawing/2014/main" id="{FFA347F6-60BD-519B-D5A4-D48E394A1A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8" y="1459"/>
                <a:ext cx="451" cy="306"/>
                <a:chOff x="1352" y="460"/>
                <a:chExt cx="296" cy="460"/>
              </a:xfrm>
            </p:grpSpPr>
            <p:sp>
              <p:nvSpPr>
                <p:cNvPr id="12366" name="Rectangle 71">
                  <a:extLst>
                    <a:ext uri="{FF2B5EF4-FFF2-40B4-BE49-F238E27FC236}">
                      <a16:creationId xmlns:a16="http://schemas.microsoft.com/office/drawing/2014/main" id="{2769DC73-4A7C-F938-8006-807ACEEC33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460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67" name="Rectangle 72">
                  <a:extLst>
                    <a:ext uri="{FF2B5EF4-FFF2-40B4-BE49-F238E27FC236}">
                      <a16:creationId xmlns:a16="http://schemas.microsoft.com/office/drawing/2014/main" id="{955CCD99-EA5C-A211-7EAE-2E5001D6D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460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27" name="Group 73">
                <a:extLst>
                  <a:ext uri="{FF2B5EF4-FFF2-40B4-BE49-F238E27FC236}">
                    <a16:creationId xmlns:a16="http://schemas.microsoft.com/office/drawing/2014/main" id="{1F6A0535-6BB9-8140-5E46-CAB8A80099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9" y="1459"/>
                <a:ext cx="450" cy="306"/>
                <a:chOff x="1648" y="460"/>
                <a:chExt cx="296" cy="460"/>
              </a:xfrm>
            </p:grpSpPr>
            <p:sp>
              <p:nvSpPr>
                <p:cNvPr id="12364" name="Rectangle 74">
                  <a:extLst>
                    <a:ext uri="{FF2B5EF4-FFF2-40B4-BE49-F238E27FC236}">
                      <a16:creationId xmlns:a16="http://schemas.microsoft.com/office/drawing/2014/main" id="{F4F5ECF0-2470-DA07-DB54-1BBF24F510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460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65" name="Rectangle 75">
                  <a:extLst>
                    <a:ext uri="{FF2B5EF4-FFF2-40B4-BE49-F238E27FC236}">
                      <a16:creationId xmlns:a16="http://schemas.microsoft.com/office/drawing/2014/main" id="{8C685267-F33F-2C8A-67DB-BE0715409E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8" y="460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28" name="Group 76">
                <a:extLst>
                  <a:ext uri="{FF2B5EF4-FFF2-40B4-BE49-F238E27FC236}">
                    <a16:creationId xmlns:a16="http://schemas.microsoft.com/office/drawing/2014/main" id="{EEEAFA5F-3DB3-FD07-7A45-7159EF69C2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8" y="1765"/>
                <a:ext cx="451" cy="305"/>
                <a:chOff x="1352" y="920"/>
                <a:chExt cx="296" cy="460"/>
              </a:xfrm>
            </p:grpSpPr>
            <p:sp>
              <p:nvSpPr>
                <p:cNvPr id="12362" name="Rectangle 77">
                  <a:extLst>
                    <a:ext uri="{FF2B5EF4-FFF2-40B4-BE49-F238E27FC236}">
                      <a16:creationId xmlns:a16="http://schemas.microsoft.com/office/drawing/2014/main" id="{8BA10D4E-7E0D-8287-281A-F6309FDE2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920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63" name="Rectangle 78">
                  <a:extLst>
                    <a:ext uri="{FF2B5EF4-FFF2-40B4-BE49-F238E27FC236}">
                      <a16:creationId xmlns:a16="http://schemas.microsoft.com/office/drawing/2014/main" id="{051841F8-0CFF-8C32-AFC6-9AA5DDFE5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920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29" name="Group 79">
                <a:extLst>
                  <a:ext uri="{FF2B5EF4-FFF2-40B4-BE49-F238E27FC236}">
                    <a16:creationId xmlns:a16="http://schemas.microsoft.com/office/drawing/2014/main" id="{D3F21353-9C25-E7A7-FE6A-8FC165675B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9" y="1765"/>
                <a:ext cx="450" cy="305"/>
                <a:chOff x="1648" y="920"/>
                <a:chExt cx="296" cy="460"/>
              </a:xfrm>
            </p:grpSpPr>
            <p:sp>
              <p:nvSpPr>
                <p:cNvPr id="12360" name="Rectangle 80">
                  <a:extLst>
                    <a:ext uri="{FF2B5EF4-FFF2-40B4-BE49-F238E27FC236}">
                      <a16:creationId xmlns:a16="http://schemas.microsoft.com/office/drawing/2014/main" id="{87005137-68C3-DDDA-EDB2-3E1C9F3E7B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920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61" name="Rectangle 81">
                  <a:extLst>
                    <a:ext uri="{FF2B5EF4-FFF2-40B4-BE49-F238E27FC236}">
                      <a16:creationId xmlns:a16="http://schemas.microsoft.com/office/drawing/2014/main" id="{DD3ED9C4-BD53-F4F8-8E07-FAE509527F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8" y="920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0" name="Group 82">
                <a:extLst>
                  <a:ext uri="{FF2B5EF4-FFF2-40B4-BE49-F238E27FC236}">
                    <a16:creationId xmlns:a16="http://schemas.microsoft.com/office/drawing/2014/main" id="{1815C553-8358-CCE9-2DD5-50024DA540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8" y="2070"/>
                <a:ext cx="451" cy="249"/>
                <a:chOff x="1352" y="1380"/>
                <a:chExt cx="296" cy="374"/>
              </a:xfrm>
            </p:grpSpPr>
            <p:sp>
              <p:nvSpPr>
                <p:cNvPr id="12358" name="Rectangle 83">
                  <a:extLst>
                    <a:ext uri="{FF2B5EF4-FFF2-40B4-BE49-F238E27FC236}">
                      <a16:creationId xmlns:a16="http://schemas.microsoft.com/office/drawing/2014/main" id="{9AF5FE84-CB09-026C-6711-D26DC2788A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1380"/>
                  <a:ext cx="216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59" name="Rectangle 84">
                  <a:extLst>
                    <a:ext uri="{FF2B5EF4-FFF2-40B4-BE49-F238E27FC236}">
                      <a16:creationId xmlns:a16="http://schemas.microsoft.com/office/drawing/2014/main" id="{98409CD5-96DE-731F-DBCD-228B5BA86D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1380"/>
                  <a:ext cx="296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1" name="Group 85">
                <a:extLst>
                  <a:ext uri="{FF2B5EF4-FFF2-40B4-BE49-F238E27FC236}">
                    <a16:creationId xmlns:a16="http://schemas.microsoft.com/office/drawing/2014/main" id="{F9D15B25-B8C6-B625-80D7-DEC3F926E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9" y="2070"/>
                <a:ext cx="450" cy="249"/>
                <a:chOff x="1648" y="1380"/>
                <a:chExt cx="296" cy="374"/>
              </a:xfrm>
            </p:grpSpPr>
            <p:sp>
              <p:nvSpPr>
                <p:cNvPr id="12356" name="Rectangle 86">
                  <a:extLst>
                    <a:ext uri="{FF2B5EF4-FFF2-40B4-BE49-F238E27FC236}">
                      <a16:creationId xmlns:a16="http://schemas.microsoft.com/office/drawing/2014/main" id="{A7974BCC-2657-6384-488B-E028328819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1380"/>
                  <a:ext cx="216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57" name="Rectangle 87">
                  <a:extLst>
                    <a:ext uri="{FF2B5EF4-FFF2-40B4-BE49-F238E27FC236}">
                      <a16:creationId xmlns:a16="http://schemas.microsoft.com/office/drawing/2014/main" id="{A51BDBCB-ADCC-5E4B-BD2B-7D26077EDD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8" y="1380"/>
                  <a:ext cx="296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2" name="Group 88">
                <a:extLst>
                  <a:ext uri="{FF2B5EF4-FFF2-40B4-BE49-F238E27FC236}">
                    <a16:creationId xmlns:a16="http://schemas.microsoft.com/office/drawing/2014/main" id="{9BD88482-8284-9959-9837-66EB91E005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8" y="2319"/>
                <a:ext cx="451" cy="305"/>
                <a:chOff x="1352" y="1754"/>
                <a:chExt cx="296" cy="460"/>
              </a:xfrm>
            </p:grpSpPr>
            <p:sp>
              <p:nvSpPr>
                <p:cNvPr id="12354" name="Rectangle 89">
                  <a:extLst>
                    <a:ext uri="{FF2B5EF4-FFF2-40B4-BE49-F238E27FC236}">
                      <a16:creationId xmlns:a16="http://schemas.microsoft.com/office/drawing/2014/main" id="{909D7E12-42D0-BCE1-1109-91B42F6457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1754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55" name="Rectangle 90">
                  <a:extLst>
                    <a:ext uri="{FF2B5EF4-FFF2-40B4-BE49-F238E27FC236}">
                      <a16:creationId xmlns:a16="http://schemas.microsoft.com/office/drawing/2014/main" id="{89BBA70C-5561-ABEC-D520-A06590BC25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1754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3" name="Group 91">
                <a:extLst>
                  <a:ext uri="{FF2B5EF4-FFF2-40B4-BE49-F238E27FC236}">
                    <a16:creationId xmlns:a16="http://schemas.microsoft.com/office/drawing/2014/main" id="{819664A1-D866-420B-F3E4-0343F1A8D9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9" y="2319"/>
                <a:ext cx="450" cy="305"/>
                <a:chOff x="1648" y="1754"/>
                <a:chExt cx="296" cy="460"/>
              </a:xfrm>
            </p:grpSpPr>
            <p:sp>
              <p:nvSpPr>
                <p:cNvPr id="12352" name="Rectangle 92">
                  <a:extLst>
                    <a:ext uri="{FF2B5EF4-FFF2-40B4-BE49-F238E27FC236}">
                      <a16:creationId xmlns:a16="http://schemas.microsoft.com/office/drawing/2014/main" id="{3C6B8B37-F458-9FF2-A72E-9EABAA51F6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1754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53" name="Rectangle 93">
                  <a:extLst>
                    <a:ext uri="{FF2B5EF4-FFF2-40B4-BE49-F238E27FC236}">
                      <a16:creationId xmlns:a16="http://schemas.microsoft.com/office/drawing/2014/main" id="{4E16D97B-93E6-DFF7-183A-F47A830D2F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8" y="1754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4" name="Group 94">
                <a:extLst>
                  <a:ext uri="{FF2B5EF4-FFF2-40B4-BE49-F238E27FC236}">
                    <a16:creationId xmlns:a16="http://schemas.microsoft.com/office/drawing/2014/main" id="{2DF817EC-99F6-EB70-1033-082F3D2F82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8" y="2624"/>
                <a:ext cx="451" cy="305"/>
                <a:chOff x="1352" y="2214"/>
                <a:chExt cx="296" cy="460"/>
              </a:xfrm>
            </p:grpSpPr>
            <p:sp>
              <p:nvSpPr>
                <p:cNvPr id="12350" name="Rectangle 95">
                  <a:extLst>
                    <a:ext uri="{FF2B5EF4-FFF2-40B4-BE49-F238E27FC236}">
                      <a16:creationId xmlns:a16="http://schemas.microsoft.com/office/drawing/2014/main" id="{39E39F03-9801-0FA0-FF76-4FA89B3355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214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51" name="Rectangle 96">
                  <a:extLst>
                    <a:ext uri="{FF2B5EF4-FFF2-40B4-BE49-F238E27FC236}">
                      <a16:creationId xmlns:a16="http://schemas.microsoft.com/office/drawing/2014/main" id="{3241FD17-15DD-DFED-7DDA-116D06E95C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2214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5" name="Group 97">
                <a:extLst>
                  <a:ext uri="{FF2B5EF4-FFF2-40B4-BE49-F238E27FC236}">
                    <a16:creationId xmlns:a16="http://schemas.microsoft.com/office/drawing/2014/main" id="{B2C78524-84E3-B1EB-203C-DEE6C53A70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9" y="2624"/>
                <a:ext cx="450" cy="305"/>
                <a:chOff x="1648" y="2214"/>
                <a:chExt cx="296" cy="460"/>
              </a:xfrm>
            </p:grpSpPr>
            <p:sp>
              <p:nvSpPr>
                <p:cNvPr id="12348" name="Rectangle 98">
                  <a:extLst>
                    <a:ext uri="{FF2B5EF4-FFF2-40B4-BE49-F238E27FC236}">
                      <a16:creationId xmlns:a16="http://schemas.microsoft.com/office/drawing/2014/main" id="{81EEF9F4-AFF9-8688-06F2-BAE904E858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2214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49" name="Rectangle 99">
                  <a:extLst>
                    <a:ext uri="{FF2B5EF4-FFF2-40B4-BE49-F238E27FC236}">
                      <a16:creationId xmlns:a16="http://schemas.microsoft.com/office/drawing/2014/main" id="{DBC87952-2724-26B1-D9AE-3723061541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8" y="2214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6" name="Group 100">
                <a:extLst>
                  <a:ext uri="{FF2B5EF4-FFF2-40B4-BE49-F238E27FC236}">
                    <a16:creationId xmlns:a16="http://schemas.microsoft.com/office/drawing/2014/main" id="{B77A60C0-D171-0FFA-26A9-12109D0B7D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8" y="2929"/>
                <a:ext cx="451" cy="306"/>
                <a:chOff x="1352" y="2674"/>
                <a:chExt cx="296" cy="460"/>
              </a:xfrm>
            </p:grpSpPr>
            <p:sp>
              <p:nvSpPr>
                <p:cNvPr id="12346" name="Rectangle 101">
                  <a:extLst>
                    <a:ext uri="{FF2B5EF4-FFF2-40B4-BE49-F238E27FC236}">
                      <a16:creationId xmlns:a16="http://schemas.microsoft.com/office/drawing/2014/main" id="{BDE4D1DC-87AD-20E5-3388-7067A38E81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674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47" name="Rectangle 102">
                  <a:extLst>
                    <a:ext uri="{FF2B5EF4-FFF2-40B4-BE49-F238E27FC236}">
                      <a16:creationId xmlns:a16="http://schemas.microsoft.com/office/drawing/2014/main" id="{1D151715-728D-9DE7-1A98-B86F265BE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2674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7" name="Group 103">
                <a:extLst>
                  <a:ext uri="{FF2B5EF4-FFF2-40B4-BE49-F238E27FC236}">
                    <a16:creationId xmlns:a16="http://schemas.microsoft.com/office/drawing/2014/main" id="{DB5DCAE6-C6DA-CBFB-1762-3F36D6CD60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9" y="2929"/>
                <a:ext cx="450" cy="306"/>
                <a:chOff x="1648" y="2674"/>
                <a:chExt cx="296" cy="460"/>
              </a:xfrm>
            </p:grpSpPr>
            <p:sp>
              <p:nvSpPr>
                <p:cNvPr id="12344" name="Rectangle 104">
                  <a:extLst>
                    <a:ext uri="{FF2B5EF4-FFF2-40B4-BE49-F238E27FC236}">
                      <a16:creationId xmlns:a16="http://schemas.microsoft.com/office/drawing/2014/main" id="{C8A3EE4B-9AAE-7E38-8FF4-277983D976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2674"/>
                  <a:ext cx="216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45" name="Rectangle 105">
                  <a:extLst>
                    <a:ext uri="{FF2B5EF4-FFF2-40B4-BE49-F238E27FC236}">
                      <a16:creationId xmlns:a16="http://schemas.microsoft.com/office/drawing/2014/main" id="{94655EE9-2389-2C92-F63A-66831A7B2F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8" y="2674"/>
                  <a:ext cx="296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8" name="Group 106">
                <a:extLst>
                  <a:ext uri="{FF2B5EF4-FFF2-40B4-BE49-F238E27FC236}">
                    <a16:creationId xmlns:a16="http://schemas.microsoft.com/office/drawing/2014/main" id="{73EEB489-8166-4DFF-F4F7-508A86BE1C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8" y="3235"/>
                <a:ext cx="451" cy="248"/>
                <a:chOff x="1352" y="3134"/>
                <a:chExt cx="296" cy="374"/>
              </a:xfrm>
            </p:grpSpPr>
            <p:sp>
              <p:nvSpPr>
                <p:cNvPr id="12342" name="Rectangle 107">
                  <a:extLst>
                    <a:ext uri="{FF2B5EF4-FFF2-40B4-BE49-F238E27FC236}">
                      <a16:creationId xmlns:a16="http://schemas.microsoft.com/office/drawing/2014/main" id="{57BC7073-36F3-A17B-114A-F996BDDD72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3134"/>
                  <a:ext cx="216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43" name="Rectangle 108">
                  <a:extLst>
                    <a:ext uri="{FF2B5EF4-FFF2-40B4-BE49-F238E27FC236}">
                      <a16:creationId xmlns:a16="http://schemas.microsoft.com/office/drawing/2014/main" id="{D64F58C9-B9E7-239D-E615-6E6B1685CF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2" y="3134"/>
                  <a:ext cx="296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39" name="Group 109">
                <a:extLst>
                  <a:ext uri="{FF2B5EF4-FFF2-40B4-BE49-F238E27FC236}">
                    <a16:creationId xmlns:a16="http://schemas.microsoft.com/office/drawing/2014/main" id="{FB0083C2-3D76-7E53-6AB0-604CE67BDF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9" y="3235"/>
                <a:ext cx="450" cy="248"/>
                <a:chOff x="1648" y="3134"/>
                <a:chExt cx="296" cy="374"/>
              </a:xfrm>
            </p:grpSpPr>
            <p:sp>
              <p:nvSpPr>
                <p:cNvPr id="12340" name="Rectangle 110">
                  <a:extLst>
                    <a:ext uri="{FF2B5EF4-FFF2-40B4-BE49-F238E27FC236}">
                      <a16:creationId xmlns:a16="http://schemas.microsoft.com/office/drawing/2014/main" id="{EDF9271D-7C3B-6F34-3045-057421F82F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3134"/>
                  <a:ext cx="216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2341" name="Rectangle 111">
                  <a:extLst>
                    <a:ext uri="{FF2B5EF4-FFF2-40B4-BE49-F238E27FC236}">
                      <a16:creationId xmlns:a16="http://schemas.microsoft.com/office/drawing/2014/main" id="{4912FC1A-3CC7-1A53-3812-897D430B30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8" y="3134"/>
                  <a:ext cx="296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2297" name="Group 112">
              <a:extLst>
                <a:ext uri="{FF2B5EF4-FFF2-40B4-BE49-F238E27FC236}">
                  <a16:creationId xmlns:a16="http://schemas.microsoft.com/office/drawing/2014/main" id="{5DE74859-4457-CFA6-EBEE-11577D106F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2" y="1154"/>
              <a:ext cx="2904" cy="2329"/>
              <a:chOff x="3059" y="1154"/>
              <a:chExt cx="3080" cy="2329"/>
            </a:xfrm>
          </p:grpSpPr>
          <p:grpSp>
            <p:nvGrpSpPr>
              <p:cNvPr id="12298" name="Group 113">
                <a:extLst>
                  <a:ext uri="{FF2B5EF4-FFF2-40B4-BE49-F238E27FC236}">
                    <a16:creationId xmlns:a16="http://schemas.microsoft.com/office/drawing/2014/main" id="{41C09FF8-0F17-6F9E-C840-8862BCF1D5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9" y="1154"/>
                <a:ext cx="3080" cy="305"/>
                <a:chOff x="1944" y="0"/>
                <a:chExt cx="2024" cy="460"/>
              </a:xfrm>
            </p:grpSpPr>
            <p:sp>
              <p:nvSpPr>
                <p:cNvPr id="12320" name="Rectangle 114">
                  <a:extLst>
                    <a:ext uri="{FF2B5EF4-FFF2-40B4-BE49-F238E27FC236}">
                      <a16:creationId xmlns:a16="http://schemas.microsoft.com/office/drawing/2014/main" id="{3CF4733C-B2B7-7407-4E26-B3658225CB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4" y="0"/>
                  <a:ext cx="2024" cy="460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2321" name="Group 115">
                  <a:extLst>
                    <a:ext uri="{FF2B5EF4-FFF2-40B4-BE49-F238E27FC236}">
                      <a16:creationId xmlns:a16="http://schemas.microsoft.com/office/drawing/2014/main" id="{4BC2045D-DD95-6FF3-C08A-A1065E7153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44" y="0"/>
                  <a:ext cx="2024" cy="460"/>
                  <a:chOff x="1944" y="0"/>
                  <a:chExt cx="2024" cy="460"/>
                </a:xfrm>
              </p:grpSpPr>
              <p:sp>
                <p:nvSpPr>
                  <p:cNvPr id="12322" name="Rectangle 116">
                    <a:extLst>
                      <a:ext uri="{FF2B5EF4-FFF2-40B4-BE49-F238E27FC236}">
                        <a16:creationId xmlns:a16="http://schemas.microsoft.com/office/drawing/2014/main" id="{54C08504-57E7-D139-64C5-92A68AAAAF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84" y="0"/>
                    <a:ext cx="1944" cy="460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ko-KR" altLang="en-US" sz="140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설명</a:t>
                    </a:r>
                  </a:p>
                </p:txBody>
              </p:sp>
              <p:sp>
                <p:nvSpPr>
                  <p:cNvPr id="12323" name="Rectangle 117">
                    <a:extLst>
                      <a:ext uri="{FF2B5EF4-FFF2-40B4-BE49-F238E27FC236}">
                        <a16:creationId xmlns:a16="http://schemas.microsoft.com/office/drawing/2014/main" id="{E7A6B559-F366-3B71-05C4-0FE05678FF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4" y="0"/>
                    <a:ext cx="2024" cy="46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2299" name="Group 118">
                <a:extLst>
                  <a:ext uri="{FF2B5EF4-FFF2-40B4-BE49-F238E27FC236}">
                    <a16:creationId xmlns:a16="http://schemas.microsoft.com/office/drawing/2014/main" id="{F8CCF819-9F9F-0E80-1222-D79BDDF389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9" y="1459"/>
                <a:ext cx="3080" cy="306"/>
                <a:chOff x="1944" y="460"/>
                <a:chExt cx="2024" cy="460"/>
              </a:xfrm>
            </p:grpSpPr>
            <p:sp>
              <p:nvSpPr>
                <p:cNvPr id="12318" name="Rectangle 119">
                  <a:extLst>
                    <a:ext uri="{FF2B5EF4-FFF2-40B4-BE49-F238E27FC236}">
                      <a16:creationId xmlns:a16="http://schemas.microsoft.com/office/drawing/2014/main" id="{3A936277-E27C-4E2F-20B4-A045EBA23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4" y="460"/>
                  <a:ext cx="194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브로드캐스팅 허용</a:t>
                  </a:r>
                </a:p>
              </p:txBody>
            </p:sp>
            <p:sp>
              <p:nvSpPr>
                <p:cNvPr id="12319" name="Rectangle 120">
                  <a:extLst>
                    <a:ext uri="{FF2B5EF4-FFF2-40B4-BE49-F238E27FC236}">
                      <a16:creationId xmlns:a16="http://schemas.microsoft.com/office/drawing/2014/main" id="{F9F52D39-1510-516D-8FCC-0BBDA8407F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4" y="460"/>
                  <a:ext cx="202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00" name="Group 121">
                <a:extLst>
                  <a:ext uri="{FF2B5EF4-FFF2-40B4-BE49-F238E27FC236}">
                    <a16:creationId xmlns:a16="http://schemas.microsoft.com/office/drawing/2014/main" id="{B64566AC-E2D4-CF98-947D-CB9B162B8D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9" y="1765"/>
                <a:ext cx="3080" cy="305"/>
                <a:chOff x="1944" y="920"/>
                <a:chExt cx="2024" cy="460"/>
              </a:xfrm>
            </p:grpSpPr>
            <p:sp>
              <p:nvSpPr>
                <p:cNvPr id="12316" name="Rectangle 122">
                  <a:extLst>
                    <a:ext uri="{FF2B5EF4-FFF2-40B4-BE49-F238E27FC236}">
                      <a16:creationId xmlns:a16="http://schemas.microsoft.com/office/drawing/2014/main" id="{168BA607-6886-8326-9F5A-A7BD6F9B2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4" y="920"/>
                  <a:ext cx="194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데이터 전송시 라우팅 테이블 참조 과정 생략</a:t>
                  </a:r>
                </a:p>
              </p:txBody>
            </p:sp>
            <p:sp>
              <p:nvSpPr>
                <p:cNvPr id="12317" name="Rectangle 123">
                  <a:extLst>
                    <a:ext uri="{FF2B5EF4-FFF2-40B4-BE49-F238E27FC236}">
                      <a16:creationId xmlns:a16="http://schemas.microsoft.com/office/drawing/2014/main" id="{75DD9EE2-BAB7-475F-70EF-91CB8CA4B7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4" y="920"/>
                  <a:ext cx="202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01" name="Group 124">
                <a:extLst>
                  <a:ext uri="{FF2B5EF4-FFF2-40B4-BE49-F238E27FC236}">
                    <a16:creationId xmlns:a16="http://schemas.microsoft.com/office/drawing/2014/main" id="{331CBA30-1F33-522E-4E82-F1ECD09ED1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9" y="2070"/>
                <a:ext cx="3080" cy="249"/>
                <a:chOff x="1944" y="1380"/>
                <a:chExt cx="2024" cy="374"/>
              </a:xfrm>
            </p:grpSpPr>
            <p:sp>
              <p:nvSpPr>
                <p:cNvPr id="12314" name="Rectangle 125">
                  <a:extLst>
                    <a:ext uri="{FF2B5EF4-FFF2-40B4-BE49-F238E27FC236}">
                      <a16:creationId xmlns:a16="http://schemas.microsoft.com/office/drawing/2014/main" id="{E7590D9F-2427-A85C-2C81-5FEDA875CD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4" y="1380"/>
                  <a:ext cx="194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주기적으로 연결 여부 확인</a:t>
                  </a:r>
                </a:p>
              </p:txBody>
            </p:sp>
            <p:sp>
              <p:nvSpPr>
                <p:cNvPr id="12315" name="Rectangle 126">
                  <a:extLst>
                    <a:ext uri="{FF2B5EF4-FFF2-40B4-BE49-F238E27FC236}">
                      <a16:creationId xmlns:a16="http://schemas.microsoft.com/office/drawing/2014/main" id="{1A97B06C-DD54-BB10-8406-6CA386317B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4" y="1380"/>
                  <a:ext cx="2024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02" name="Group 127">
                <a:extLst>
                  <a:ext uri="{FF2B5EF4-FFF2-40B4-BE49-F238E27FC236}">
                    <a16:creationId xmlns:a16="http://schemas.microsoft.com/office/drawing/2014/main" id="{E6E8F649-3A45-3D38-350A-F3468AC2E0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9" y="2319"/>
                <a:ext cx="3080" cy="305"/>
                <a:chOff x="1944" y="1754"/>
                <a:chExt cx="2024" cy="460"/>
              </a:xfrm>
            </p:grpSpPr>
            <p:sp>
              <p:nvSpPr>
                <p:cNvPr id="12312" name="Rectangle 128">
                  <a:extLst>
                    <a:ext uri="{FF2B5EF4-FFF2-40B4-BE49-F238E27FC236}">
                      <a16:creationId xmlns:a16="http://schemas.microsoft.com/office/drawing/2014/main" id="{A4DC1D06-AAF3-E053-A79D-9A5F53D9DC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4" y="1754"/>
                  <a:ext cx="194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보낼 데이터가 있을 경우 </a:t>
                  </a:r>
                  <a:r>
                    <a:rPr lang="en-US" altLang="ko-KR" sz="1400">
                      <a:latin typeface="+mn-ea"/>
                      <a:ea typeface="+mn-ea"/>
                    </a:rPr>
                    <a:t>closesocket() </a:t>
                  </a:r>
                  <a:r>
                    <a:rPr lang="ko-KR" altLang="en-US" sz="1400">
                      <a:latin typeface="+mn-ea"/>
                      <a:ea typeface="+mn-ea"/>
                    </a:rPr>
                    <a:t>함수 리턴 지연</a:t>
                  </a:r>
                </a:p>
              </p:txBody>
            </p:sp>
            <p:sp>
              <p:nvSpPr>
                <p:cNvPr id="12313" name="Rectangle 129">
                  <a:extLst>
                    <a:ext uri="{FF2B5EF4-FFF2-40B4-BE49-F238E27FC236}">
                      <a16:creationId xmlns:a16="http://schemas.microsoft.com/office/drawing/2014/main" id="{1B827E69-AD69-0780-985C-916A035D96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4" y="1754"/>
                  <a:ext cx="202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03" name="Group 130">
                <a:extLst>
                  <a:ext uri="{FF2B5EF4-FFF2-40B4-BE49-F238E27FC236}">
                    <a16:creationId xmlns:a16="http://schemas.microsoft.com/office/drawing/2014/main" id="{C52CD18F-D5A3-FE7E-37E2-5FA35CB1F9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9" y="2624"/>
                <a:ext cx="3080" cy="305"/>
                <a:chOff x="1944" y="2214"/>
                <a:chExt cx="2024" cy="460"/>
              </a:xfrm>
            </p:grpSpPr>
            <p:sp>
              <p:nvSpPr>
                <p:cNvPr id="12310" name="Rectangle 131">
                  <a:extLst>
                    <a:ext uri="{FF2B5EF4-FFF2-40B4-BE49-F238E27FC236}">
                      <a16:creationId xmlns:a16="http://schemas.microsoft.com/office/drawing/2014/main" id="{544AB9EE-1124-1E28-45A3-6ACDA1B5FB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4" y="2214"/>
                  <a:ext cx="194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소켓 송</a:t>
                  </a:r>
                  <a:r>
                    <a:rPr lang="en-US" altLang="ko-KR" sz="1400">
                      <a:latin typeface="+mn-ea"/>
                      <a:ea typeface="+mn-ea"/>
                    </a:rPr>
                    <a:t>/</a:t>
                  </a:r>
                  <a:r>
                    <a:rPr lang="ko-KR" altLang="en-US" sz="1400">
                      <a:latin typeface="+mn-ea"/>
                      <a:ea typeface="+mn-ea"/>
                    </a:rPr>
                    <a:t>수신 버퍼 크기 설정</a:t>
                  </a:r>
                </a:p>
              </p:txBody>
            </p:sp>
            <p:sp>
              <p:nvSpPr>
                <p:cNvPr id="12311" name="Rectangle 132">
                  <a:extLst>
                    <a:ext uri="{FF2B5EF4-FFF2-40B4-BE49-F238E27FC236}">
                      <a16:creationId xmlns:a16="http://schemas.microsoft.com/office/drawing/2014/main" id="{6B7588EE-4645-AD3F-64B5-71C76A8BDF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4" y="2214"/>
                  <a:ext cx="202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04" name="Group 133">
                <a:extLst>
                  <a:ext uri="{FF2B5EF4-FFF2-40B4-BE49-F238E27FC236}">
                    <a16:creationId xmlns:a16="http://schemas.microsoft.com/office/drawing/2014/main" id="{0565EA89-1399-1C50-9B14-A4F93C9BE1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9" y="2929"/>
                <a:ext cx="3080" cy="306"/>
                <a:chOff x="1944" y="2674"/>
                <a:chExt cx="2024" cy="460"/>
              </a:xfrm>
            </p:grpSpPr>
            <p:sp>
              <p:nvSpPr>
                <p:cNvPr id="12308" name="Rectangle 134">
                  <a:extLst>
                    <a:ext uri="{FF2B5EF4-FFF2-40B4-BE49-F238E27FC236}">
                      <a16:creationId xmlns:a16="http://schemas.microsoft.com/office/drawing/2014/main" id="{342AC23A-7107-8405-1754-306D663E6A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4" y="2674"/>
                  <a:ext cx="1944" cy="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send(), recv() </a:t>
                  </a:r>
                  <a:r>
                    <a:rPr lang="ko-KR" altLang="en-US" sz="1400">
                      <a:latin typeface="+mn-ea"/>
                      <a:ea typeface="+mn-ea"/>
                    </a:rPr>
                    <a:t>등의 함수에 대한 타임아웃 설정</a:t>
                  </a:r>
                </a:p>
              </p:txBody>
            </p:sp>
            <p:sp>
              <p:nvSpPr>
                <p:cNvPr id="12309" name="Rectangle 135">
                  <a:extLst>
                    <a:ext uri="{FF2B5EF4-FFF2-40B4-BE49-F238E27FC236}">
                      <a16:creationId xmlns:a16="http://schemas.microsoft.com/office/drawing/2014/main" id="{C728C4A9-7B3E-08E0-483B-060D01EB17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4" y="2674"/>
                  <a:ext cx="2024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305" name="Group 136">
                <a:extLst>
                  <a:ext uri="{FF2B5EF4-FFF2-40B4-BE49-F238E27FC236}">
                    <a16:creationId xmlns:a16="http://schemas.microsoft.com/office/drawing/2014/main" id="{482943B4-DD67-B0FA-48D4-2EBEDAFD00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9" y="3235"/>
                <a:ext cx="3080" cy="248"/>
                <a:chOff x="1944" y="3134"/>
                <a:chExt cx="2024" cy="374"/>
              </a:xfrm>
            </p:grpSpPr>
            <p:sp>
              <p:nvSpPr>
                <p:cNvPr id="12306" name="Rectangle 137">
                  <a:extLst>
                    <a:ext uri="{FF2B5EF4-FFF2-40B4-BE49-F238E27FC236}">
                      <a16:creationId xmlns:a16="http://schemas.microsoft.com/office/drawing/2014/main" id="{E408FAA9-6C0B-332F-98A2-F77FC3D786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4" y="3134"/>
                  <a:ext cx="194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지역 주소</a:t>
                  </a:r>
                  <a:r>
                    <a:rPr lang="en-US" altLang="ko-KR" sz="1400">
                      <a:latin typeface="+mn-ea"/>
                      <a:ea typeface="+mn-ea"/>
                    </a:rPr>
                    <a:t>(IP </a:t>
                  </a:r>
                  <a:r>
                    <a:rPr lang="ko-KR" altLang="en-US" sz="1400">
                      <a:latin typeface="+mn-ea"/>
                      <a:ea typeface="+mn-ea"/>
                    </a:rPr>
                    <a:t>주소</a:t>
                  </a:r>
                  <a:r>
                    <a:rPr lang="en-US" altLang="ko-KR" sz="1400">
                      <a:latin typeface="+mn-ea"/>
                      <a:ea typeface="+mn-ea"/>
                    </a:rPr>
                    <a:t>, </a:t>
                  </a:r>
                  <a:r>
                    <a:rPr lang="ko-KR" altLang="en-US" sz="1400">
                      <a:latin typeface="+mn-ea"/>
                      <a:ea typeface="+mn-ea"/>
                    </a:rPr>
                    <a:t>포트 번호</a:t>
                  </a:r>
                  <a:r>
                    <a:rPr lang="en-US" altLang="ko-KR" sz="1400">
                      <a:latin typeface="+mn-ea"/>
                      <a:ea typeface="+mn-ea"/>
                    </a:rPr>
                    <a:t>) </a:t>
                  </a:r>
                  <a:r>
                    <a:rPr lang="ko-KR" altLang="en-US" sz="1400">
                      <a:latin typeface="+mn-ea"/>
                      <a:ea typeface="+mn-ea"/>
                    </a:rPr>
                    <a:t>재사용 허용</a:t>
                  </a:r>
                </a:p>
              </p:txBody>
            </p:sp>
            <p:sp>
              <p:nvSpPr>
                <p:cNvPr id="12307" name="Rectangle 138">
                  <a:extLst>
                    <a:ext uri="{FF2B5EF4-FFF2-40B4-BE49-F238E27FC236}">
                      <a16:creationId xmlns:a16="http://schemas.microsoft.com/office/drawing/2014/main" id="{17439F93-CF71-8771-85B2-E9F5ACF196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4" y="3134"/>
                  <a:ext cx="2024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바닥글 개체 틀 3">
            <a:extLst>
              <a:ext uri="{FF2B5EF4-FFF2-40B4-BE49-F238E27FC236}">
                <a16:creationId xmlns:a16="http://schemas.microsoft.com/office/drawing/2014/main" id="{CA7652EE-5F0B-2868-E1C8-CF68B8D42F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D6425FAB-967C-8697-EC2D-A7AF1A94F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937B9599-F0C3-BB60-E5B1-BFF1F70C0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소켓 옵션 </a:t>
            </a:r>
            <a:r>
              <a:rPr lang="en-US" altLang="ko-KR"/>
              <a:t>- IPPROTO_IP</a:t>
            </a:r>
          </a:p>
        </p:txBody>
      </p:sp>
      <p:grpSp>
        <p:nvGrpSpPr>
          <p:cNvPr id="13317" name="Group 4">
            <a:extLst>
              <a:ext uri="{FF2B5EF4-FFF2-40B4-BE49-F238E27FC236}">
                <a16:creationId xmlns:a16="http://schemas.microsoft.com/office/drawing/2014/main" id="{72820118-B972-4300-97F8-E9F91C63E890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385888"/>
            <a:ext cx="8836025" cy="4491037"/>
            <a:chOff x="101" y="1107"/>
            <a:chExt cx="6030" cy="2790"/>
          </a:xfrm>
        </p:grpSpPr>
        <p:grpSp>
          <p:nvGrpSpPr>
            <p:cNvPr id="13318" name="Group 5">
              <a:extLst>
                <a:ext uri="{FF2B5EF4-FFF2-40B4-BE49-F238E27FC236}">
                  <a16:creationId xmlns:a16="http://schemas.microsoft.com/office/drawing/2014/main" id="{044FD235-CFEA-3F36-1E5B-BD0927CD64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" y="1107"/>
              <a:ext cx="1675" cy="2790"/>
              <a:chOff x="53" y="1107"/>
              <a:chExt cx="1513" cy="2790"/>
            </a:xfrm>
          </p:grpSpPr>
          <p:grpSp>
            <p:nvGrpSpPr>
              <p:cNvPr id="13414" name="Group 6">
                <a:extLst>
                  <a:ext uri="{FF2B5EF4-FFF2-40B4-BE49-F238E27FC236}">
                    <a16:creationId xmlns:a16="http://schemas.microsoft.com/office/drawing/2014/main" id="{CEA86881-6270-461D-3633-258067A87C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" y="1107"/>
                <a:ext cx="1513" cy="374"/>
                <a:chOff x="0" y="0"/>
                <a:chExt cx="898" cy="374"/>
              </a:xfrm>
            </p:grpSpPr>
            <p:sp>
              <p:nvSpPr>
                <p:cNvPr id="13433" name="Rectangle 7">
                  <a:extLst>
                    <a:ext uri="{FF2B5EF4-FFF2-40B4-BE49-F238E27FC236}">
                      <a16:creationId xmlns:a16="http://schemas.microsoft.com/office/drawing/2014/main" id="{C0E15285-C3CE-6AA7-57DB-581C51301D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98" cy="374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3434" name="Group 8">
                  <a:extLst>
                    <a:ext uri="{FF2B5EF4-FFF2-40B4-BE49-F238E27FC236}">
                      <a16:creationId xmlns:a16="http://schemas.microsoft.com/office/drawing/2014/main" id="{98AB3873-E58C-8DB0-6137-049CFAF158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898" cy="374"/>
                  <a:chOff x="0" y="0"/>
                  <a:chExt cx="898" cy="374"/>
                </a:xfrm>
              </p:grpSpPr>
              <p:sp>
                <p:nvSpPr>
                  <p:cNvPr id="13435" name="Rectangle 9">
                    <a:extLst>
                      <a:ext uri="{FF2B5EF4-FFF2-40B4-BE49-F238E27FC236}">
                        <a16:creationId xmlns:a16="http://schemas.microsoft.com/office/drawing/2014/main" id="{8DC206BB-CE75-68BB-1EC5-3060484097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" y="0"/>
                    <a:ext cx="818" cy="374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ko-KR" sz="1400" dirty="0" err="1">
                        <a:latin typeface="+mn-ea"/>
                        <a:ea typeface="+mn-ea"/>
                      </a:rPr>
                      <a:t>optname</a:t>
                    </a:r>
                    <a:endParaRPr lang="en-US" altLang="ko-KR" sz="1400" dirty="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3436" name="Rectangle 10">
                    <a:extLst>
                      <a:ext uri="{FF2B5EF4-FFF2-40B4-BE49-F238E27FC236}">
                        <a16:creationId xmlns:a16="http://schemas.microsoft.com/office/drawing/2014/main" id="{072E44ED-8BFA-D166-776A-D5EF33C09F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898" cy="37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3415" name="Group 11">
                <a:extLst>
                  <a:ext uri="{FF2B5EF4-FFF2-40B4-BE49-F238E27FC236}">
                    <a16:creationId xmlns:a16="http://schemas.microsoft.com/office/drawing/2014/main" id="{E1C7E99C-2EE9-E782-2013-639F1648B9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" y="1481"/>
                <a:ext cx="1513" cy="374"/>
                <a:chOff x="0" y="374"/>
                <a:chExt cx="898" cy="374"/>
              </a:xfrm>
            </p:grpSpPr>
            <p:sp>
              <p:nvSpPr>
                <p:cNvPr id="13431" name="Rectangle 12">
                  <a:extLst>
                    <a:ext uri="{FF2B5EF4-FFF2-40B4-BE49-F238E27FC236}">
                      <a16:creationId xmlns:a16="http://schemas.microsoft.com/office/drawing/2014/main" id="{41C0795D-D7B4-278E-8FDB-6852C5792F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374"/>
                  <a:ext cx="818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IP_HDRINCL</a:t>
                  </a:r>
                </a:p>
              </p:txBody>
            </p:sp>
            <p:sp>
              <p:nvSpPr>
                <p:cNvPr id="13432" name="Rectangle 13">
                  <a:extLst>
                    <a:ext uri="{FF2B5EF4-FFF2-40B4-BE49-F238E27FC236}">
                      <a16:creationId xmlns:a16="http://schemas.microsoft.com/office/drawing/2014/main" id="{E15E7474-00EF-E507-5AB5-3035B69F1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74"/>
                  <a:ext cx="898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416" name="Group 14">
                <a:extLst>
                  <a:ext uri="{FF2B5EF4-FFF2-40B4-BE49-F238E27FC236}">
                    <a16:creationId xmlns:a16="http://schemas.microsoft.com/office/drawing/2014/main" id="{05C67811-91BB-E927-6A08-EE4620D980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" y="1855"/>
                <a:ext cx="1513" cy="374"/>
                <a:chOff x="0" y="748"/>
                <a:chExt cx="898" cy="374"/>
              </a:xfrm>
            </p:grpSpPr>
            <p:sp>
              <p:nvSpPr>
                <p:cNvPr id="13429" name="Rectangle 15">
                  <a:extLst>
                    <a:ext uri="{FF2B5EF4-FFF2-40B4-BE49-F238E27FC236}">
                      <a16:creationId xmlns:a16="http://schemas.microsoft.com/office/drawing/2014/main" id="{17C80DF2-47C9-1DEF-7543-18231C912F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748"/>
                  <a:ext cx="818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IP_TTL</a:t>
                  </a:r>
                </a:p>
              </p:txBody>
            </p:sp>
            <p:sp>
              <p:nvSpPr>
                <p:cNvPr id="13430" name="Rectangle 16">
                  <a:extLst>
                    <a:ext uri="{FF2B5EF4-FFF2-40B4-BE49-F238E27FC236}">
                      <a16:creationId xmlns:a16="http://schemas.microsoft.com/office/drawing/2014/main" id="{A725282B-0C34-4AE5-4D92-9AD1EA5D16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48"/>
                  <a:ext cx="898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417" name="Group 17">
                <a:extLst>
                  <a:ext uri="{FF2B5EF4-FFF2-40B4-BE49-F238E27FC236}">
                    <a16:creationId xmlns:a16="http://schemas.microsoft.com/office/drawing/2014/main" id="{CAB7830F-5743-426F-C45A-1658360712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" y="2229"/>
                <a:ext cx="1513" cy="374"/>
                <a:chOff x="0" y="1122"/>
                <a:chExt cx="898" cy="374"/>
              </a:xfrm>
            </p:grpSpPr>
            <p:sp>
              <p:nvSpPr>
                <p:cNvPr id="13427" name="Rectangle 18">
                  <a:extLst>
                    <a:ext uri="{FF2B5EF4-FFF2-40B4-BE49-F238E27FC236}">
                      <a16:creationId xmlns:a16="http://schemas.microsoft.com/office/drawing/2014/main" id="{BF528294-D2B9-4099-9343-FED4F10147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122"/>
                  <a:ext cx="818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IP_MULTICAST_IF</a:t>
                  </a:r>
                </a:p>
              </p:txBody>
            </p:sp>
            <p:sp>
              <p:nvSpPr>
                <p:cNvPr id="13428" name="Rectangle 19">
                  <a:extLst>
                    <a:ext uri="{FF2B5EF4-FFF2-40B4-BE49-F238E27FC236}">
                      <a16:creationId xmlns:a16="http://schemas.microsoft.com/office/drawing/2014/main" id="{BA1B3B5E-24BC-0415-CCB7-FDDF447541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22"/>
                  <a:ext cx="898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418" name="Group 20">
                <a:extLst>
                  <a:ext uri="{FF2B5EF4-FFF2-40B4-BE49-F238E27FC236}">
                    <a16:creationId xmlns:a16="http://schemas.microsoft.com/office/drawing/2014/main" id="{C317DA81-E7F6-E1A2-F280-4ACBF5528D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" y="2603"/>
                <a:ext cx="1513" cy="374"/>
                <a:chOff x="0" y="1496"/>
                <a:chExt cx="898" cy="374"/>
              </a:xfrm>
            </p:grpSpPr>
            <p:sp>
              <p:nvSpPr>
                <p:cNvPr id="13425" name="Rectangle 21">
                  <a:extLst>
                    <a:ext uri="{FF2B5EF4-FFF2-40B4-BE49-F238E27FC236}">
                      <a16:creationId xmlns:a16="http://schemas.microsoft.com/office/drawing/2014/main" id="{51A642D6-9DCD-73F0-BBBB-599EB3C64A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496"/>
                  <a:ext cx="818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IP_MULTICAST_TTL</a:t>
                  </a:r>
                </a:p>
              </p:txBody>
            </p:sp>
            <p:sp>
              <p:nvSpPr>
                <p:cNvPr id="13426" name="Rectangle 22">
                  <a:extLst>
                    <a:ext uri="{FF2B5EF4-FFF2-40B4-BE49-F238E27FC236}">
                      <a16:creationId xmlns:a16="http://schemas.microsoft.com/office/drawing/2014/main" id="{71ED98E1-1C99-899B-B28A-7DC4F43F0E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496"/>
                  <a:ext cx="898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419" name="Group 23">
                <a:extLst>
                  <a:ext uri="{FF2B5EF4-FFF2-40B4-BE49-F238E27FC236}">
                    <a16:creationId xmlns:a16="http://schemas.microsoft.com/office/drawing/2014/main" id="{D84275DE-1EBB-3191-B695-0D175CE07B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" y="2977"/>
                <a:ext cx="1513" cy="374"/>
                <a:chOff x="0" y="1870"/>
                <a:chExt cx="898" cy="374"/>
              </a:xfrm>
            </p:grpSpPr>
            <p:sp>
              <p:nvSpPr>
                <p:cNvPr id="13423" name="Rectangle 24">
                  <a:extLst>
                    <a:ext uri="{FF2B5EF4-FFF2-40B4-BE49-F238E27FC236}">
                      <a16:creationId xmlns:a16="http://schemas.microsoft.com/office/drawing/2014/main" id="{2D3A732E-074A-C922-BEE4-986DC6DF3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1870"/>
                  <a:ext cx="818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IP_MULTICAST_LOOP</a:t>
                  </a:r>
                </a:p>
              </p:txBody>
            </p:sp>
            <p:sp>
              <p:nvSpPr>
                <p:cNvPr id="13424" name="Rectangle 25">
                  <a:extLst>
                    <a:ext uri="{FF2B5EF4-FFF2-40B4-BE49-F238E27FC236}">
                      <a16:creationId xmlns:a16="http://schemas.microsoft.com/office/drawing/2014/main" id="{403B7E13-8F64-665F-859A-7890091964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870"/>
                  <a:ext cx="898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420" name="Group 26">
                <a:extLst>
                  <a:ext uri="{FF2B5EF4-FFF2-40B4-BE49-F238E27FC236}">
                    <a16:creationId xmlns:a16="http://schemas.microsoft.com/office/drawing/2014/main" id="{85F9392E-8551-A6B2-5119-39EAFD6C63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" y="3351"/>
                <a:ext cx="1513" cy="546"/>
                <a:chOff x="0" y="2244"/>
                <a:chExt cx="898" cy="546"/>
              </a:xfrm>
            </p:grpSpPr>
            <p:sp>
              <p:nvSpPr>
                <p:cNvPr id="13421" name="Rectangle 27">
                  <a:extLst>
                    <a:ext uri="{FF2B5EF4-FFF2-40B4-BE49-F238E27FC236}">
                      <a16:creationId xmlns:a16="http://schemas.microsoft.com/office/drawing/2014/main" id="{D80B1408-9A52-24E1-A005-EFF3794576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2244"/>
                  <a:ext cx="818" cy="5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IP_ADD_MEMBERSHIP</a:t>
                  </a:r>
                </a:p>
                <a:p>
                  <a:pPr algn="just" latinLnBrk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IP_DROP_MEMBERSHIP</a:t>
                  </a:r>
                </a:p>
              </p:txBody>
            </p:sp>
            <p:sp>
              <p:nvSpPr>
                <p:cNvPr id="13422" name="Rectangle 28">
                  <a:extLst>
                    <a:ext uri="{FF2B5EF4-FFF2-40B4-BE49-F238E27FC236}">
                      <a16:creationId xmlns:a16="http://schemas.microsoft.com/office/drawing/2014/main" id="{02600C8F-490A-3034-AB04-4FA4E742CF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244"/>
                  <a:ext cx="898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3319" name="Group 29">
              <a:extLst>
                <a:ext uri="{FF2B5EF4-FFF2-40B4-BE49-F238E27FC236}">
                  <a16:creationId xmlns:a16="http://schemas.microsoft.com/office/drawing/2014/main" id="{D3C934AB-1528-08A0-CE9E-46846D5A50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1107"/>
              <a:ext cx="882" cy="2790"/>
              <a:chOff x="1566" y="1107"/>
              <a:chExt cx="1201" cy="2790"/>
            </a:xfrm>
          </p:grpSpPr>
          <p:grpSp>
            <p:nvGrpSpPr>
              <p:cNvPr id="13391" name="Group 30">
                <a:extLst>
                  <a:ext uri="{FF2B5EF4-FFF2-40B4-BE49-F238E27FC236}">
                    <a16:creationId xmlns:a16="http://schemas.microsoft.com/office/drawing/2014/main" id="{06B3D51A-B388-F908-BB5D-7097F1F8C1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6" y="1107"/>
                <a:ext cx="1201" cy="374"/>
                <a:chOff x="898" y="0"/>
                <a:chExt cx="713" cy="374"/>
              </a:xfrm>
            </p:grpSpPr>
            <p:sp>
              <p:nvSpPr>
                <p:cNvPr id="13410" name="Rectangle 31">
                  <a:extLst>
                    <a:ext uri="{FF2B5EF4-FFF2-40B4-BE49-F238E27FC236}">
                      <a16:creationId xmlns:a16="http://schemas.microsoft.com/office/drawing/2014/main" id="{1741FFCE-6EF7-C2F4-2EB5-F9BE925B2A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8" y="0"/>
                  <a:ext cx="713" cy="374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3411" name="Group 32">
                  <a:extLst>
                    <a:ext uri="{FF2B5EF4-FFF2-40B4-BE49-F238E27FC236}">
                      <a16:creationId xmlns:a16="http://schemas.microsoft.com/office/drawing/2014/main" id="{E687AA74-5521-FF95-0C5F-C5A1BA9696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8" y="0"/>
                  <a:ext cx="713" cy="374"/>
                  <a:chOff x="898" y="0"/>
                  <a:chExt cx="713" cy="374"/>
                </a:xfrm>
              </p:grpSpPr>
              <p:sp>
                <p:nvSpPr>
                  <p:cNvPr id="13412" name="Rectangle 33">
                    <a:extLst>
                      <a:ext uri="{FF2B5EF4-FFF2-40B4-BE49-F238E27FC236}">
                        <a16:creationId xmlns:a16="http://schemas.microsoft.com/office/drawing/2014/main" id="{5D26EDFD-88C2-A5B5-3591-5A86C41AAC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38" y="0"/>
                    <a:ext cx="633" cy="374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ko-KR" sz="1400" dirty="0" err="1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optval</a:t>
                    </a:r>
                    <a:r>
                      <a:rPr lang="en-US" altLang="ko-KR" sz="14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 </a:t>
                    </a:r>
                    <a:r>
                      <a:rPr lang="ko-KR" altLang="en-US" sz="14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타입</a:t>
                    </a:r>
                  </a:p>
                </p:txBody>
              </p:sp>
              <p:sp>
                <p:nvSpPr>
                  <p:cNvPr id="13413" name="Rectangle 34">
                    <a:extLst>
                      <a:ext uri="{FF2B5EF4-FFF2-40B4-BE49-F238E27FC236}">
                        <a16:creationId xmlns:a16="http://schemas.microsoft.com/office/drawing/2014/main" id="{E137DA8D-D09F-3CA9-C3B2-3148EC6EB1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8" y="0"/>
                    <a:ext cx="713" cy="37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3392" name="Group 35">
                <a:extLst>
                  <a:ext uri="{FF2B5EF4-FFF2-40B4-BE49-F238E27FC236}">
                    <a16:creationId xmlns:a16="http://schemas.microsoft.com/office/drawing/2014/main" id="{30B66273-AED6-CF62-BC0A-337E8524BD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6" y="1481"/>
                <a:ext cx="1201" cy="374"/>
                <a:chOff x="898" y="374"/>
                <a:chExt cx="713" cy="374"/>
              </a:xfrm>
            </p:grpSpPr>
            <p:sp>
              <p:nvSpPr>
                <p:cNvPr id="13408" name="Rectangle 36">
                  <a:extLst>
                    <a:ext uri="{FF2B5EF4-FFF2-40B4-BE49-F238E27FC236}">
                      <a16:creationId xmlns:a16="http://schemas.microsoft.com/office/drawing/2014/main" id="{EE70E516-3558-136E-4559-7A8EF7F8C7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8" y="374"/>
                  <a:ext cx="633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BOOL</a:t>
                  </a:r>
                </a:p>
              </p:txBody>
            </p:sp>
            <p:sp>
              <p:nvSpPr>
                <p:cNvPr id="13409" name="Rectangle 37">
                  <a:extLst>
                    <a:ext uri="{FF2B5EF4-FFF2-40B4-BE49-F238E27FC236}">
                      <a16:creationId xmlns:a16="http://schemas.microsoft.com/office/drawing/2014/main" id="{E56802C8-0891-721F-4DFF-8E41FD0696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8" y="374"/>
                  <a:ext cx="713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93" name="Group 38">
                <a:extLst>
                  <a:ext uri="{FF2B5EF4-FFF2-40B4-BE49-F238E27FC236}">
                    <a16:creationId xmlns:a16="http://schemas.microsoft.com/office/drawing/2014/main" id="{BA535BCD-EE34-962D-EDF9-9B17B6488D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6" y="1855"/>
                <a:ext cx="1201" cy="374"/>
                <a:chOff x="898" y="748"/>
                <a:chExt cx="713" cy="374"/>
              </a:xfrm>
            </p:grpSpPr>
            <p:sp>
              <p:nvSpPr>
                <p:cNvPr id="13406" name="Rectangle 39">
                  <a:extLst>
                    <a:ext uri="{FF2B5EF4-FFF2-40B4-BE49-F238E27FC236}">
                      <a16:creationId xmlns:a16="http://schemas.microsoft.com/office/drawing/2014/main" id="{9F360292-FD9F-5A23-B3C3-55125E1B9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8" y="748"/>
                  <a:ext cx="633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int</a:t>
                  </a:r>
                </a:p>
              </p:txBody>
            </p:sp>
            <p:sp>
              <p:nvSpPr>
                <p:cNvPr id="13407" name="Rectangle 40">
                  <a:extLst>
                    <a:ext uri="{FF2B5EF4-FFF2-40B4-BE49-F238E27FC236}">
                      <a16:creationId xmlns:a16="http://schemas.microsoft.com/office/drawing/2014/main" id="{2F298C29-D6A4-A533-E85E-0FE9CD9B3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8" y="748"/>
                  <a:ext cx="713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94" name="Group 41">
                <a:extLst>
                  <a:ext uri="{FF2B5EF4-FFF2-40B4-BE49-F238E27FC236}">
                    <a16:creationId xmlns:a16="http://schemas.microsoft.com/office/drawing/2014/main" id="{EE768A12-DAD1-20A0-9920-0769A9D157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6" y="2229"/>
                <a:ext cx="1201" cy="374"/>
                <a:chOff x="898" y="1122"/>
                <a:chExt cx="713" cy="374"/>
              </a:xfrm>
            </p:grpSpPr>
            <p:sp>
              <p:nvSpPr>
                <p:cNvPr id="13404" name="Rectangle 42">
                  <a:extLst>
                    <a:ext uri="{FF2B5EF4-FFF2-40B4-BE49-F238E27FC236}">
                      <a16:creationId xmlns:a16="http://schemas.microsoft.com/office/drawing/2014/main" id="{03F60FF4-1082-0A47-FD44-35EA34B391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8" y="1122"/>
                  <a:ext cx="633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IN_ADDR{}</a:t>
                  </a:r>
                </a:p>
              </p:txBody>
            </p:sp>
            <p:sp>
              <p:nvSpPr>
                <p:cNvPr id="13405" name="Rectangle 43">
                  <a:extLst>
                    <a:ext uri="{FF2B5EF4-FFF2-40B4-BE49-F238E27FC236}">
                      <a16:creationId xmlns:a16="http://schemas.microsoft.com/office/drawing/2014/main" id="{3E7366E1-0653-DC28-F5DB-281192A6C6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8" y="1122"/>
                  <a:ext cx="713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95" name="Group 44">
                <a:extLst>
                  <a:ext uri="{FF2B5EF4-FFF2-40B4-BE49-F238E27FC236}">
                    <a16:creationId xmlns:a16="http://schemas.microsoft.com/office/drawing/2014/main" id="{67DF0B74-2A33-2F34-F339-07E504B7AE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6" y="2603"/>
                <a:ext cx="1201" cy="374"/>
                <a:chOff x="898" y="1496"/>
                <a:chExt cx="713" cy="374"/>
              </a:xfrm>
            </p:grpSpPr>
            <p:sp>
              <p:nvSpPr>
                <p:cNvPr id="13402" name="Rectangle 45">
                  <a:extLst>
                    <a:ext uri="{FF2B5EF4-FFF2-40B4-BE49-F238E27FC236}">
                      <a16:creationId xmlns:a16="http://schemas.microsoft.com/office/drawing/2014/main" id="{00FAFBEB-932B-C8FA-7AB2-99A3D02B98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8" y="1496"/>
                  <a:ext cx="633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int</a:t>
                  </a:r>
                </a:p>
              </p:txBody>
            </p:sp>
            <p:sp>
              <p:nvSpPr>
                <p:cNvPr id="13403" name="Rectangle 46">
                  <a:extLst>
                    <a:ext uri="{FF2B5EF4-FFF2-40B4-BE49-F238E27FC236}">
                      <a16:creationId xmlns:a16="http://schemas.microsoft.com/office/drawing/2014/main" id="{0764FDC4-60B2-1FAF-D600-66DFCCBB9F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8" y="1496"/>
                  <a:ext cx="713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96" name="Group 47">
                <a:extLst>
                  <a:ext uri="{FF2B5EF4-FFF2-40B4-BE49-F238E27FC236}">
                    <a16:creationId xmlns:a16="http://schemas.microsoft.com/office/drawing/2014/main" id="{95B07F14-8AC6-ABDC-E45A-B519313CFE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6" y="2977"/>
                <a:ext cx="1201" cy="374"/>
                <a:chOff x="898" y="1870"/>
                <a:chExt cx="713" cy="374"/>
              </a:xfrm>
            </p:grpSpPr>
            <p:sp>
              <p:nvSpPr>
                <p:cNvPr id="13400" name="Rectangle 48">
                  <a:extLst>
                    <a:ext uri="{FF2B5EF4-FFF2-40B4-BE49-F238E27FC236}">
                      <a16:creationId xmlns:a16="http://schemas.microsoft.com/office/drawing/2014/main" id="{6DD2DFE1-4ACC-17EC-7198-A55D7FCF3F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8" y="1870"/>
                  <a:ext cx="633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BOOL</a:t>
                  </a:r>
                </a:p>
              </p:txBody>
            </p:sp>
            <p:sp>
              <p:nvSpPr>
                <p:cNvPr id="13401" name="Rectangle 49">
                  <a:extLst>
                    <a:ext uri="{FF2B5EF4-FFF2-40B4-BE49-F238E27FC236}">
                      <a16:creationId xmlns:a16="http://schemas.microsoft.com/office/drawing/2014/main" id="{53773D0D-D8C2-9259-07DF-B03896D35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8" y="1870"/>
                  <a:ext cx="713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97" name="Group 50">
                <a:extLst>
                  <a:ext uri="{FF2B5EF4-FFF2-40B4-BE49-F238E27FC236}">
                    <a16:creationId xmlns:a16="http://schemas.microsoft.com/office/drawing/2014/main" id="{74B5EEDE-72AC-B4D8-4CF9-C61E85EEBA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6" y="3351"/>
                <a:ext cx="1201" cy="546"/>
                <a:chOff x="898" y="2244"/>
                <a:chExt cx="713" cy="546"/>
              </a:xfrm>
            </p:grpSpPr>
            <p:sp>
              <p:nvSpPr>
                <p:cNvPr id="13398" name="Rectangle 51">
                  <a:extLst>
                    <a:ext uri="{FF2B5EF4-FFF2-40B4-BE49-F238E27FC236}">
                      <a16:creationId xmlns:a16="http://schemas.microsoft.com/office/drawing/2014/main" id="{68829980-129C-F9FA-C732-A206FEAE41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8" y="2244"/>
                  <a:ext cx="633" cy="5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struct ip_mreq{}</a:t>
                  </a:r>
                </a:p>
              </p:txBody>
            </p:sp>
            <p:sp>
              <p:nvSpPr>
                <p:cNvPr id="13399" name="Rectangle 52">
                  <a:extLst>
                    <a:ext uri="{FF2B5EF4-FFF2-40B4-BE49-F238E27FC236}">
                      <a16:creationId xmlns:a16="http://schemas.microsoft.com/office/drawing/2014/main" id="{EF4353DA-009F-B192-FD11-98E65391C6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8" y="2244"/>
                  <a:ext cx="713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3320" name="Group 53">
              <a:extLst>
                <a:ext uri="{FF2B5EF4-FFF2-40B4-BE49-F238E27FC236}">
                  <a16:creationId xmlns:a16="http://schemas.microsoft.com/office/drawing/2014/main" id="{9C1A5C13-7A3B-2C5C-B0D8-F25389D76F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8" y="1107"/>
              <a:ext cx="881" cy="2790"/>
              <a:chOff x="2767" y="1107"/>
              <a:chExt cx="910" cy="2790"/>
            </a:xfrm>
          </p:grpSpPr>
          <p:grpSp>
            <p:nvGrpSpPr>
              <p:cNvPr id="13345" name="Group 54">
                <a:extLst>
                  <a:ext uri="{FF2B5EF4-FFF2-40B4-BE49-F238E27FC236}">
                    <a16:creationId xmlns:a16="http://schemas.microsoft.com/office/drawing/2014/main" id="{F12977B2-FA26-A029-1965-294DC5CB19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7" y="1107"/>
                <a:ext cx="455" cy="374"/>
                <a:chOff x="1611" y="0"/>
                <a:chExt cx="270" cy="374"/>
              </a:xfrm>
            </p:grpSpPr>
            <p:sp>
              <p:nvSpPr>
                <p:cNvPr id="13387" name="Rectangle 55">
                  <a:extLst>
                    <a:ext uri="{FF2B5EF4-FFF2-40B4-BE49-F238E27FC236}">
                      <a16:creationId xmlns:a16="http://schemas.microsoft.com/office/drawing/2014/main" id="{AC19201D-BBE2-0F5A-A2B3-E6F5A686B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1" y="0"/>
                  <a:ext cx="270" cy="374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3388" name="Group 56">
                  <a:extLst>
                    <a:ext uri="{FF2B5EF4-FFF2-40B4-BE49-F238E27FC236}">
                      <a16:creationId xmlns:a16="http://schemas.microsoft.com/office/drawing/2014/main" id="{5F076560-F6B6-D378-11C8-7993FC964E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11" y="0"/>
                  <a:ext cx="270" cy="374"/>
                  <a:chOff x="1611" y="0"/>
                  <a:chExt cx="270" cy="374"/>
                </a:xfrm>
              </p:grpSpPr>
              <p:sp>
                <p:nvSpPr>
                  <p:cNvPr id="13389" name="Rectangle 57">
                    <a:extLst>
                      <a:ext uri="{FF2B5EF4-FFF2-40B4-BE49-F238E27FC236}">
                        <a16:creationId xmlns:a16="http://schemas.microsoft.com/office/drawing/2014/main" id="{75FC8A5C-F607-E309-EA78-29516CBC69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51" y="0"/>
                    <a:ext cx="190" cy="374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ko-KR" sz="140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get</a:t>
                    </a:r>
                  </a:p>
                </p:txBody>
              </p:sp>
              <p:sp>
                <p:nvSpPr>
                  <p:cNvPr id="13390" name="Rectangle 58">
                    <a:extLst>
                      <a:ext uri="{FF2B5EF4-FFF2-40B4-BE49-F238E27FC236}">
                        <a16:creationId xmlns:a16="http://schemas.microsoft.com/office/drawing/2014/main" id="{64FE5FBD-3829-2E1B-F05A-A174477BA9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11" y="0"/>
                    <a:ext cx="270" cy="37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3346" name="Group 59">
                <a:extLst>
                  <a:ext uri="{FF2B5EF4-FFF2-40B4-BE49-F238E27FC236}">
                    <a16:creationId xmlns:a16="http://schemas.microsoft.com/office/drawing/2014/main" id="{2D13581B-7E72-B811-E576-D10D04B483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2" y="1107"/>
                <a:ext cx="455" cy="374"/>
                <a:chOff x="1881" y="0"/>
                <a:chExt cx="270" cy="374"/>
              </a:xfrm>
            </p:grpSpPr>
            <p:sp>
              <p:nvSpPr>
                <p:cNvPr id="13383" name="Rectangle 60">
                  <a:extLst>
                    <a:ext uri="{FF2B5EF4-FFF2-40B4-BE49-F238E27FC236}">
                      <a16:creationId xmlns:a16="http://schemas.microsoft.com/office/drawing/2014/main" id="{49516470-C90A-228C-2F62-5F92BF1B51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1" y="0"/>
                  <a:ext cx="270" cy="374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3384" name="Group 61">
                  <a:extLst>
                    <a:ext uri="{FF2B5EF4-FFF2-40B4-BE49-F238E27FC236}">
                      <a16:creationId xmlns:a16="http://schemas.microsoft.com/office/drawing/2014/main" id="{ECF6FE9C-3B7F-C1C1-3433-8F67FE54CB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81" y="0"/>
                  <a:ext cx="270" cy="374"/>
                  <a:chOff x="1881" y="0"/>
                  <a:chExt cx="270" cy="374"/>
                </a:xfrm>
              </p:grpSpPr>
              <p:sp>
                <p:nvSpPr>
                  <p:cNvPr id="13385" name="Rectangle 62">
                    <a:extLst>
                      <a:ext uri="{FF2B5EF4-FFF2-40B4-BE49-F238E27FC236}">
                        <a16:creationId xmlns:a16="http://schemas.microsoft.com/office/drawing/2014/main" id="{2A2F91E2-1589-B727-1DD4-D585349147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1" y="0"/>
                    <a:ext cx="190" cy="374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ko-KR" sz="140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set</a:t>
                    </a:r>
                  </a:p>
                </p:txBody>
              </p:sp>
              <p:sp>
                <p:nvSpPr>
                  <p:cNvPr id="13386" name="Rectangle 63">
                    <a:extLst>
                      <a:ext uri="{FF2B5EF4-FFF2-40B4-BE49-F238E27FC236}">
                        <a16:creationId xmlns:a16="http://schemas.microsoft.com/office/drawing/2014/main" id="{EBB4D111-8DEB-1418-0FE8-5E3CFFBD22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81" y="0"/>
                    <a:ext cx="270" cy="37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3347" name="Group 64">
                <a:extLst>
                  <a:ext uri="{FF2B5EF4-FFF2-40B4-BE49-F238E27FC236}">
                    <a16:creationId xmlns:a16="http://schemas.microsoft.com/office/drawing/2014/main" id="{739F4353-BB34-52D7-A98B-97B6A6B401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7" y="1481"/>
                <a:ext cx="455" cy="374"/>
                <a:chOff x="1611" y="374"/>
                <a:chExt cx="270" cy="374"/>
              </a:xfrm>
            </p:grpSpPr>
            <p:sp>
              <p:nvSpPr>
                <p:cNvPr id="13381" name="Rectangle 65">
                  <a:extLst>
                    <a:ext uri="{FF2B5EF4-FFF2-40B4-BE49-F238E27FC236}">
                      <a16:creationId xmlns:a16="http://schemas.microsoft.com/office/drawing/2014/main" id="{68E70EC8-8515-491E-0E26-57DF625E3E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374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82" name="Rectangle 66">
                  <a:extLst>
                    <a:ext uri="{FF2B5EF4-FFF2-40B4-BE49-F238E27FC236}">
                      <a16:creationId xmlns:a16="http://schemas.microsoft.com/office/drawing/2014/main" id="{DF534FEF-2AC2-D147-C3BC-CF69BCEBC7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1" y="374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48" name="Group 67">
                <a:extLst>
                  <a:ext uri="{FF2B5EF4-FFF2-40B4-BE49-F238E27FC236}">
                    <a16:creationId xmlns:a16="http://schemas.microsoft.com/office/drawing/2014/main" id="{11343597-20D8-3DBF-79AC-26CDC99663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2" y="1481"/>
                <a:ext cx="455" cy="374"/>
                <a:chOff x="1881" y="374"/>
                <a:chExt cx="270" cy="374"/>
              </a:xfrm>
            </p:grpSpPr>
            <p:sp>
              <p:nvSpPr>
                <p:cNvPr id="13379" name="Rectangle 68">
                  <a:extLst>
                    <a:ext uri="{FF2B5EF4-FFF2-40B4-BE49-F238E27FC236}">
                      <a16:creationId xmlns:a16="http://schemas.microsoft.com/office/drawing/2014/main" id="{9A0EAF3D-AB4D-EBA6-BD91-AFD5095C37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1" y="374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80" name="Rectangle 69">
                  <a:extLst>
                    <a:ext uri="{FF2B5EF4-FFF2-40B4-BE49-F238E27FC236}">
                      <a16:creationId xmlns:a16="http://schemas.microsoft.com/office/drawing/2014/main" id="{61D48FEA-74EE-5F82-A08B-42DAAA90E7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1" y="374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49" name="Group 70">
                <a:extLst>
                  <a:ext uri="{FF2B5EF4-FFF2-40B4-BE49-F238E27FC236}">
                    <a16:creationId xmlns:a16="http://schemas.microsoft.com/office/drawing/2014/main" id="{619D5ECC-4393-F7D7-DD57-973C3CA0CA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7" y="1855"/>
                <a:ext cx="455" cy="374"/>
                <a:chOff x="1611" y="748"/>
                <a:chExt cx="270" cy="374"/>
              </a:xfrm>
            </p:grpSpPr>
            <p:sp>
              <p:nvSpPr>
                <p:cNvPr id="13377" name="Rectangle 71">
                  <a:extLst>
                    <a:ext uri="{FF2B5EF4-FFF2-40B4-BE49-F238E27FC236}">
                      <a16:creationId xmlns:a16="http://schemas.microsoft.com/office/drawing/2014/main" id="{E9FE401A-8DA5-054F-31FF-A1858D2ECE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748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78" name="Rectangle 72">
                  <a:extLst>
                    <a:ext uri="{FF2B5EF4-FFF2-40B4-BE49-F238E27FC236}">
                      <a16:creationId xmlns:a16="http://schemas.microsoft.com/office/drawing/2014/main" id="{B4975106-780A-FF5A-0180-ECBC97E217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1" y="748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50" name="Group 73">
                <a:extLst>
                  <a:ext uri="{FF2B5EF4-FFF2-40B4-BE49-F238E27FC236}">
                    <a16:creationId xmlns:a16="http://schemas.microsoft.com/office/drawing/2014/main" id="{072CE004-5A29-89CE-A5D3-6DBCFC2B83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2" y="1855"/>
                <a:ext cx="455" cy="374"/>
                <a:chOff x="1881" y="748"/>
                <a:chExt cx="270" cy="374"/>
              </a:xfrm>
            </p:grpSpPr>
            <p:sp>
              <p:nvSpPr>
                <p:cNvPr id="13375" name="Rectangle 74">
                  <a:extLst>
                    <a:ext uri="{FF2B5EF4-FFF2-40B4-BE49-F238E27FC236}">
                      <a16:creationId xmlns:a16="http://schemas.microsoft.com/office/drawing/2014/main" id="{6D6CF22C-2F2C-F87D-FC20-66C0E58C2D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1" y="748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76" name="Rectangle 75">
                  <a:extLst>
                    <a:ext uri="{FF2B5EF4-FFF2-40B4-BE49-F238E27FC236}">
                      <a16:creationId xmlns:a16="http://schemas.microsoft.com/office/drawing/2014/main" id="{518FD9B1-1256-2B26-BE5B-C12EBCC0CE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1" y="748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51" name="Group 76">
                <a:extLst>
                  <a:ext uri="{FF2B5EF4-FFF2-40B4-BE49-F238E27FC236}">
                    <a16:creationId xmlns:a16="http://schemas.microsoft.com/office/drawing/2014/main" id="{23EBCAD5-1BB9-DFAD-DDF7-8B4359FBAA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7" y="2229"/>
                <a:ext cx="455" cy="374"/>
                <a:chOff x="1611" y="1122"/>
                <a:chExt cx="270" cy="374"/>
              </a:xfrm>
            </p:grpSpPr>
            <p:sp>
              <p:nvSpPr>
                <p:cNvPr id="13373" name="Rectangle 77">
                  <a:extLst>
                    <a:ext uri="{FF2B5EF4-FFF2-40B4-BE49-F238E27FC236}">
                      <a16:creationId xmlns:a16="http://schemas.microsoft.com/office/drawing/2014/main" id="{8B5DBED4-68C6-E15D-59A5-E7A65383D5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1122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74" name="Rectangle 78">
                  <a:extLst>
                    <a:ext uri="{FF2B5EF4-FFF2-40B4-BE49-F238E27FC236}">
                      <a16:creationId xmlns:a16="http://schemas.microsoft.com/office/drawing/2014/main" id="{C3C5F041-EA41-E75E-0097-4EC7C788C5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1" y="1122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52" name="Group 79">
                <a:extLst>
                  <a:ext uri="{FF2B5EF4-FFF2-40B4-BE49-F238E27FC236}">
                    <a16:creationId xmlns:a16="http://schemas.microsoft.com/office/drawing/2014/main" id="{78E6004A-6706-8F41-5B46-B84C0D182B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2" y="2229"/>
                <a:ext cx="455" cy="374"/>
                <a:chOff x="1881" y="1122"/>
                <a:chExt cx="270" cy="374"/>
              </a:xfrm>
            </p:grpSpPr>
            <p:sp>
              <p:nvSpPr>
                <p:cNvPr id="13371" name="Rectangle 80">
                  <a:extLst>
                    <a:ext uri="{FF2B5EF4-FFF2-40B4-BE49-F238E27FC236}">
                      <a16:creationId xmlns:a16="http://schemas.microsoft.com/office/drawing/2014/main" id="{524966BA-A37D-1F63-ED15-83C604491D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1" y="1122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72" name="Rectangle 81">
                  <a:extLst>
                    <a:ext uri="{FF2B5EF4-FFF2-40B4-BE49-F238E27FC236}">
                      <a16:creationId xmlns:a16="http://schemas.microsoft.com/office/drawing/2014/main" id="{2E2D71D1-5CFE-CE83-926C-3B5A6FE1FF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1" y="1122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53" name="Group 82">
                <a:extLst>
                  <a:ext uri="{FF2B5EF4-FFF2-40B4-BE49-F238E27FC236}">
                    <a16:creationId xmlns:a16="http://schemas.microsoft.com/office/drawing/2014/main" id="{EA5178BD-BA07-D3D4-6C10-7E1D4F97E7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7" y="2603"/>
                <a:ext cx="455" cy="374"/>
                <a:chOff x="1611" y="1496"/>
                <a:chExt cx="270" cy="374"/>
              </a:xfrm>
            </p:grpSpPr>
            <p:sp>
              <p:nvSpPr>
                <p:cNvPr id="13369" name="Rectangle 83">
                  <a:extLst>
                    <a:ext uri="{FF2B5EF4-FFF2-40B4-BE49-F238E27FC236}">
                      <a16:creationId xmlns:a16="http://schemas.microsoft.com/office/drawing/2014/main" id="{817FB0CE-33B8-70AE-9740-EF7D8492ED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1496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70" name="Rectangle 84">
                  <a:extLst>
                    <a:ext uri="{FF2B5EF4-FFF2-40B4-BE49-F238E27FC236}">
                      <a16:creationId xmlns:a16="http://schemas.microsoft.com/office/drawing/2014/main" id="{A0A0EA20-8DD1-66E2-CB05-D648D2AA6F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1" y="1496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54" name="Group 85">
                <a:extLst>
                  <a:ext uri="{FF2B5EF4-FFF2-40B4-BE49-F238E27FC236}">
                    <a16:creationId xmlns:a16="http://schemas.microsoft.com/office/drawing/2014/main" id="{427F3C67-561E-B92E-6271-CEA1ED4FD7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2" y="2603"/>
                <a:ext cx="455" cy="374"/>
                <a:chOff x="1881" y="1496"/>
                <a:chExt cx="270" cy="374"/>
              </a:xfrm>
            </p:grpSpPr>
            <p:sp>
              <p:nvSpPr>
                <p:cNvPr id="13367" name="Rectangle 86">
                  <a:extLst>
                    <a:ext uri="{FF2B5EF4-FFF2-40B4-BE49-F238E27FC236}">
                      <a16:creationId xmlns:a16="http://schemas.microsoft.com/office/drawing/2014/main" id="{8CAAC8B4-7B45-5821-0889-B3478F9BC7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1" y="1496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68" name="Rectangle 87">
                  <a:extLst>
                    <a:ext uri="{FF2B5EF4-FFF2-40B4-BE49-F238E27FC236}">
                      <a16:creationId xmlns:a16="http://schemas.microsoft.com/office/drawing/2014/main" id="{F136AF6A-CFE9-810B-F088-CDDDCAB05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1" y="1496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55" name="Group 88">
                <a:extLst>
                  <a:ext uri="{FF2B5EF4-FFF2-40B4-BE49-F238E27FC236}">
                    <a16:creationId xmlns:a16="http://schemas.microsoft.com/office/drawing/2014/main" id="{57BA3DED-C604-9D6A-81F3-79740A8245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7" y="2977"/>
                <a:ext cx="455" cy="374"/>
                <a:chOff x="1611" y="1870"/>
                <a:chExt cx="270" cy="374"/>
              </a:xfrm>
            </p:grpSpPr>
            <p:sp>
              <p:nvSpPr>
                <p:cNvPr id="13365" name="Rectangle 89">
                  <a:extLst>
                    <a:ext uri="{FF2B5EF4-FFF2-40B4-BE49-F238E27FC236}">
                      <a16:creationId xmlns:a16="http://schemas.microsoft.com/office/drawing/2014/main" id="{30025729-5514-115A-FDA2-6F3CA134C2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1870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66" name="Rectangle 90">
                  <a:extLst>
                    <a:ext uri="{FF2B5EF4-FFF2-40B4-BE49-F238E27FC236}">
                      <a16:creationId xmlns:a16="http://schemas.microsoft.com/office/drawing/2014/main" id="{D97CF012-311E-1C31-2265-AB6E0A25D5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1" y="1870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56" name="Group 91">
                <a:extLst>
                  <a:ext uri="{FF2B5EF4-FFF2-40B4-BE49-F238E27FC236}">
                    <a16:creationId xmlns:a16="http://schemas.microsoft.com/office/drawing/2014/main" id="{8A58E814-1710-E283-D403-E6D25A70FE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2" y="2977"/>
                <a:ext cx="455" cy="374"/>
                <a:chOff x="1881" y="1870"/>
                <a:chExt cx="270" cy="374"/>
              </a:xfrm>
            </p:grpSpPr>
            <p:sp>
              <p:nvSpPr>
                <p:cNvPr id="13363" name="Rectangle 92">
                  <a:extLst>
                    <a:ext uri="{FF2B5EF4-FFF2-40B4-BE49-F238E27FC236}">
                      <a16:creationId xmlns:a16="http://schemas.microsoft.com/office/drawing/2014/main" id="{939FC1B0-509C-625F-98BE-C490EB1394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1" y="1870"/>
                  <a:ext cx="19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64" name="Rectangle 93">
                  <a:extLst>
                    <a:ext uri="{FF2B5EF4-FFF2-40B4-BE49-F238E27FC236}">
                      <a16:creationId xmlns:a16="http://schemas.microsoft.com/office/drawing/2014/main" id="{917BE487-3EA1-3826-267D-F8A1796262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1" y="1870"/>
                  <a:ext cx="270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57" name="Group 94">
                <a:extLst>
                  <a:ext uri="{FF2B5EF4-FFF2-40B4-BE49-F238E27FC236}">
                    <a16:creationId xmlns:a16="http://schemas.microsoft.com/office/drawing/2014/main" id="{0FDE9453-DEE1-7408-8203-93C2F938E1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7" y="3351"/>
                <a:ext cx="455" cy="546"/>
                <a:chOff x="1611" y="2244"/>
                <a:chExt cx="270" cy="546"/>
              </a:xfrm>
            </p:grpSpPr>
            <p:sp>
              <p:nvSpPr>
                <p:cNvPr id="13361" name="Rectangle 95">
                  <a:extLst>
                    <a:ext uri="{FF2B5EF4-FFF2-40B4-BE49-F238E27FC236}">
                      <a16:creationId xmlns:a16="http://schemas.microsoft.com/office/drawing/2014/main" id="{BFE94DDE-116F-19B7-C5F4-AD2F060B9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2244"/>
                  <a:ext cx="190" cy="5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 </a:t>
                  </a:r>
                </a:p>
                <a:p>
                  <a:pPr algn="ctr" latinLnBrk="0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ko-KR" sz="1400">
                    <a:latin typeface="+mn-ea"/>
                    <a:ea typeface="+mn-ea"/>
                  </a:endParaRPr>
                </a:p>
              </p:txBody>
            </p:sp>
            <p:sp>
              <p:nvSpPr>
                <p:cNvPr id="13362" name="Rectangle 96">
                  <a:extLst>
                    <a:ext uri="{FF2B5EF4-FFF2-40B4-BE49-F238E27FC236}">
                      <a16:creationId xmlns:a16="http://schemas.microsoft.com/office/drawing/2014/main" id="{88B21BAA-C970-12C0-4566-FE51C01261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1" y="2244"/>
                  <a:ext cx="270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58" name="Group 97">
                <a:extLst>
                  <a:ext uri="{FF2B5EF4-FFF2-40B4-BE49-F238E27FC236}">
                    <a16:creationId xmlns:a16="http://schemas.microsoft.com/office/drawing/2014/main" id="{7D1F76A1-7716-7B8F-4306-7F227C8C7A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2" y="3351"/>
                <a:ext cx="455" cy="546"/>
                <a:chOff x="1881" y="2244"/>
                <a:chExt cx="270" cy="546"/>
              </a:xfrm>
            </p:grpSpPr>
            <p:sp>
              <p:nvSpPr>
                <p:cNvPr id="13359" name="Rectangle 98">
                  <a:extLst>
                    <a:ext uri="{FF2B5EF4-FFF2-40B4-BE49-F238E27FC236}">
                      <a16:creationId xmlns:a16="http://schemas.microsoft.com/office/drawing/2014/main" id="{FC49B51B-76F3-D6ED-A6F4-5DB26CD453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1" y="2244"/>
                  <a:ext cx="190" cy="5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  <a:sym typeface="Wingdings 2" panose="05020102010507070707" pitchFamily="18" charset="2"/>
                    </a:rPr>
                    <a:t></a:t>
                  </a:r>
                </a:p>
              </p:txBody>
            </p:sp>
            <p:sp>
              <p:nvSpPr>
                <p:cNvPr id="13360" name="Rectangle 99">
                  <a:extLst>
                    <a:ext uri="{FF2B5EF4-FFF2-40B4-BE49-F238E27FC236}">
                      <a16:creationId xmlns:a16="http://schemas.microsoft.com/office/drawing/2014/main" id="{BD64904A-A3AE-D826-564D-976D6F0500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1" y="2244"/>
                  <a:ext cx="270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3321" name="Group 100">
              <a:extLst>
                <a:ext uri="{FF2B5EF4-FFF2-40B4-BE49-F238E27FC236}">
                  <a16:creationId xmlns:a16="http://schemas.microsoft.com/office/drawing/2014/main" id="{B10FD985-9E72-FD7F-FB38-5233207E2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9" y="1107"/>
              <a:ext cx="2592" cy="2790"/>
              <a:chOff x="3677" y="1107"/>
              <a:chExt cx="2462" cy="2790"/>
            </a:xfrm>
          </p:grpSpPr>
          <p:grpSp>
            <p:nvGrpSpPr>
              <p:cNvPr id="13322" name="Group 101">
                <a:extLst>
                  <a:ext uri="{FF2B5EF4-FFF2-40B4-BE49-F238E27FC236}">
                    <a16:creationId xmlns:a16="http://schemas.microsoft.com/office/drawing/2014/main" id="{4DDDC300-71C9-B6A0-524A-C5CAF71CF5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7" y="1107"/>
                <a:ext cx="2462" cy="374"/>
                <a:chOff x="2151" y="0"/>
                <a:chExt cx="1461" cy="374"/>
              </a:xfrm>
            </p:grpSpPr>
            <p:sp>
              <p:nvSpPr>
                <p:cNvPr id="13341" name="Rectangle 102">
                  <a:extLst>
                    <a:ext uri="{FF2B5EF4-FFF2-40B4-BE49-F238E27FC236}">
                      <a16:creationId xmlns:a16="http://schemas.microsoft.com/office/drawing/2014/main" id="{099F456A-2A05-B684-076F-67E7C51CC5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1" y="0"/>
                  <a:ext cx="1461" cy="374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3342" name="Group 103">
                  <a:extLst>
                    <a:ext uri="{FF2B5EF4-FFF2-40B4-BE49-F238E27FC236}">
                      <a16:creationId xmlns:a16="http://schemas.microsoft.com/office/drawing/2014/main" id="{6D2EABEF-26DC-C8F1-8C40-E1C28F1642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51" y="0"/>
                  <a:ext cx="1461" cy="374"/>
                  <a:chOff x="2151" y="0"/>
                  <a:chExt cx="1461" cy="374"/>
                </a:xfrm>
              </p:grpSpPr>
              <p:sp>
                <p:nvSpPr>
                  <p:cNvPr id="13343" name="Rectangle 104">
                    <a:extLst>
                      <a:ext uri="{FF2B5EF4-FFF2-40B4-BE49-F238E27FC236}">
                        <a16:creationId xmlns:a16="http://schemas.microsoft.com/office/drawing/2014/main" id="{B8554C87-F4BE-8E33-1973-DBE0A0028E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91" y="0"/>
                    <a:ext cx="1381" cy="374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ko-KR" altLang="en-US" sz="140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rPr>
                      <a:t>설명</a:t>
                    </a:r>
                  </a:p>
                </p:txBody>
              </p:sp>
              <p:sp>
                <p:nvSpPr>
                  <p:cNvPr id="13344" name="Rectangle 105">
                    <a:extLst>
                      <a:ext uri="{FF2B5EF4-FFF2-40B4-BE49-F238E27FC236}">
                        <a16:creationId xmlns:a16="http://schemas.microsoft.com/office/drawing/2014/main" id="{56157472-45B7-037C-7B34-2980F4DF64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51" y="0"/>
                    <a:ext cx="1461" cy="37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8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rgbClr val="CC00CC"/>
                      </a:buClr>
                      <a:buSzPct val="60000"/>
                      <a:buFont typeface="Wingdings" panose="05000000000000000000" pitchFamily="2" charset="2"/>
                      <a:buChar char="u"/>
                      <a:defRPr kumimoji="1" sz="24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rgbClr val="009900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20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rgbClr val="0000FF"/>
                      </a:buClr>
                      <a:buSzPct val="140000"/>
                      <a:buFont typeface="Wingdings" panose="05000000000000000000" pitchFamily="2" charset="2"/>
                      <a:buChar char="§"/>
                      <a:defRPr kumimoji="1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CC0000"/>
                      </a:buClr>
                      <a:buSzPct val="90000"/>
                      <a:buFont typeface="Wingdings" panose="05000000000000000000" pitchFamily="2" charset="2"/>
                      <a:buChar char="v"/>
                      <a:defRPr kumimoji="1" sz="1600" b="1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2400" b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3323" name="Group 106">
                <a:extLst>
                  <a:ext uri="{FF2B5EF4-FFF2-40B4-BE49-F238E27FC236}">
                    <a16:creationId xmlns:a16="http://schemas.microsoft.com/office/drawing/2014/main" id="{0221814F-7B1A-EEA9-76AB-919E661609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7" y="1481"/>
                <a:ext cx="2462" cy="374"/>
                <a:chOff x="2151" y="374"/>
                <a:chExt cx="1461" cy="374"/>
              </a:xfrm>
            </p:grpSpPr>
            <p:sp>
              <p:nvSpPr>
                <p:cNvPr id="13339" name="Rectangle 107">
                  <a:extLst>
                    <a:ext uri="{FF2B5EF4-FFF2-40B4-BE49-F238E27FC236}">
                      <a16:creationId xmlns:a16="http://schemas.microsoft.com/office/drawing/2014/main" id="{D72DBE5D-1651-AAC4-A63D-C464147B69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374"/>
                  <a:ext cx="1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데이터를 보낼 때 </a:t>
                  </a:r>
                  <a:r>
                    <a:rPr lang="en-US" altLang="ko-KR" sz="1400">
                      <a:latin typeface="+mn-ea"/>
                      <a:ea typeface="+mn-ea"/>
                    </a:rPr>
                    <a:t>IP </a:t>
                  </a:r>
                  <a:r>
                    <a:rPr lang="ko-KR" altLang="en-US" sz="1400">
                      <a:latin typeface="+mn-ea"/>
                      <a:ea typeface="+mn-ea"/>
                    </a:rPr>
                    <a:t>헤더를 포함</a:t>
                  </a:r>
                </a:p>
              </p:txBody>
            </p:sp>
            <p:sp>
              <p:nvSpPr>
                <p:cNvPr id="13340" name="Rectangle 108">
                  <a:extLst>
                    <a:ext uri="{FF2B5EF4-FFF2-40B4-BE49-F238E27FC236}">
                      <a16:creationId xmlns:a16="http://schemas.microsoft.com/office/drawing/2014/main" id="{39D1A5B7-8F4A-787A-BF67-219DF91FC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1" y="374"/>
                  <a:ext cx="1461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24" name="Group 109">
                <a:extLst>
                  <a:ext uri="{FF2B5EF4-FFF2-40B4-BE49-F238E27FC236}">
                    <a16:creationId xmlns:a16="http://schemas.microsoft.com/office/drawing/2014/main" id="{4E10C887-42C2-F129-A179-46737FBA45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7" y="1855"/>
                <a:ext cx="2462" cy="374"/>
                <a:chOff x="2151" y="748"/>
                <a:chExt cx="1461" cy="374"/>
              </a:xfrm>
            </p:grpSpPr>
            <p:sp>
              <p:nvSpPr>
                <p:cNvPr id="13337" name="Rectangle 110">
                  <a:extLst>
                    <a:ext uri="{FF2B5EF4-FFF2-40B4-BE49-F238E27FC236}">
                      <a16:creationId xmlns:a16="http://schemas.microsoft.com/office/drawing/2014/main" id="{57936909-1617-1EE6-C828-69C486C93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748"/>
                  <a:ext cx="1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400">
                      <a:latin typeface="+mn-ea"/>
                      <a:ea typeface="+mn-ea"/>
                    </a:rPr>
                    <a:t>IP </a:t>
                  </a:r>
                  <a:r>
                    <a:rPr lang="ko-KR" altLang="en-US" sz="1400">
                      <a:latin typeface="+mn-ea"/>
                      <a:ea typeface="+mn-ea"/>
                    </a:rPr>
                    <a:t>패킷의 </a:t>
                  </a:r>
                  <a:r>
                    <a:rPr lang="en-US" altLang="ko-KR" sz="1400">
                      <a:latin typeface="+mn-ea"/>
                      <a:ea typeface="+mn-ea"/>
                    </a:rPr>
                    <a:t>TTL(time-to-live) </a:t>
                  </a:r>
                  <a:r>
                    <a:rPr lang="ko-KR" altLang="en-US" sz="1400">
                      <a:latin typeface="+mn-ea"/>
                      <a:ea typeface="+mn-ea"/>
                    </a:rPr>
                    <a:t>변경</a:t>
                  </a:r>
                </a:p>
              </p:txBody>
            </p:sp>
            <p:sp>
              <p:nvSpPr>
                <p:cNvPr id="13338" name="Rectangle 111">
                  <a:extLst>
                    <a:ext uri="{FF2B5EF4-FFF2-40B4-BE49-F238E27FC236}">
                      <a16:creationId xmlns:a16="http://schemas.microsoft.com/office/drawing/2014/main" id="{DDE4BA33-4011-C033-3E03-D853731DAA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1" y="748"/>
                  <a:ext cx="1461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25" name="Group 112">
                <a:extLst>
                  <a:ext uri="{FF2B5EF4-FFF2-40B4-BE49-F238E27FC236}">
                    <a16:creationId xmlns:a16="http://schemas.microsoft.com/office/drawing/2014/main" id="{AAFD9FFA-AC27-4167-9DBD-881DB0F23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7" y="2229"/>
                <a:ext cx="2462" cy="374"/>
                <a:chOff x="2151" y="1122"/>
                <a:chExt cx="1461" cy="374"/>
              </a:xfrm>
            </p:grpSpPr>
            <p:sp>
              <p:nvSpPr>
                <p:cNvPr id="13335" name="Rectangle 113">
                  <a:extLst>
                    <a:ext uri="{FF2B5EF4-FFF2-40B4-BE49-F238E27FC236}">
                      <a16:creationId xmlns:a16="http://schemas.microsoft.com/office/drawing/2014/main" id="{55E6DB22-A8BD-598E-C1C0-7D4FDB9808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1122"/>
                  <a:ext cx="1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멀티캐스트 패킷을 보낼 인터페이스 설정</a:t>
                  </a:r>
                </a:p>
              </p:txBody>
            </p:sp>
            <p:sp>
              <p:nvSpPr>
                <p:cNvPr id="13336" name="Rectangle 114">
                  <a:extLst>
                    <a:ext uri="{FF2B5EF4-FFF2-40B4-BE49-F238E27FC236}">
                      <a16:creationId xmlns:a16="http://schemas.microsoft.com/office/drawing/2014/main" id="{9136858E-8A06-8D53-2965-77892AA814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1" y="1122"/>
                  <a:ext cx="1461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26" name="Group 115">
                <a:extLst>
                  <a:ext uri="{FF2B5EF4-FFF2-40B4-BE49-F238E27FC236}">
                    <a16:creationId xmlns:a16="http://schemas.microsoft.com/office/drawing/2014/main" id="{D02CA863-4B52-76FD-B0C0-689E316778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7" y="2603"/>
                <a:ext cx="2462" cy="374"/>
                <a:chOff x="2151" y="1496"/>
                <a:chExt cx="1461" cy="374"/>
              </a:xfrm>
            </p:grpSpPr>
            <p:sp>
              <p:nvSpPr>
                <p:cNvPr id="13333" name="Rectangle 116">
                  <a:extLst>
                    <a:ext uri="{FF2B5EF4-FFF2-40B4-BE49-F238E27FC236}">
                      <a16:creationId xmlns:a16="http://schemas.microsoft.com/office/drawing/2014/main" id="{7B2AA919-6A26-68F2-C646-FFCB65400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1496"/>
                  <a:ext cx="1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멀티캐스트 패킷의 </a:t>
                  </a:r>
                  <a:r>
                    <a:rPr lang="en-US" altLang="ko-KR" sz="1400">
                      <a:latin typeface="+mn-ea"/>
                      <a:ea typeface="+mn-ea"/>
                    </a:rPr>
                    <a:t>TTL </a:t>
                  </a:r>
                  <a:r>
                    <a:rPr lang="ko-KR" altLang="en-US" sz="1400">
                      <a:latin typeface="+mn-ea"/>
                      <a:ea typeface="+mn-ea"/>
                    </a:rPr>
                    <a:t>변경</a:t>
                  </a:r>
                </a:p>
              </p:txBody>
            </p:sp>
            <p:sp>
              <p:nvSpPr>
                <p:cNvPr id="13334" name="Rectangle 117">
                  <a:extLst>
                    <a:ext uri="{FF2B5EF4-FFF2-40B4-BE49-F238E27FC236}">
                      <a16:creationId xmlns:a16="http://schemas.microsoft.com/office/drawing/2014/main" id="{A2522453-3FC9-522F-953E-42129B2578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1" y="1496"/>
                  <a:ext cx="1461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27" name="Group 118">
                <a:extLst>
                  <a:ext uri="{FF2B5EF4-FFF2-40B4-BE49-F238E27FC236}">
                    <a16:creationId xmlns:a16="http://schemas.microsoft.com/office/drawing/2014/main" id="{A6649051-FED1-C094-9B9C-CBA3613506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7" y="2977"/>
                <a:ext cx="2462" cy="374"/>
                <a:chOff x="2151" y="1870"/>
                <a:chExt cx="1461" cy="374"/>
              </a:xfrm>
            </p:grpSpPr>
            <p:sp>
              <p:nvSpPr>
                <p:cNvPr id="13331" name="Rectangle 119">
                  <a:extLst>
                    <a:ext uri="{FF2B5EF4-FFF2-40B4-BE49-F238E27FC236}">
                      <a16:creationId xmlns:a16="http://schemas.microsoft.com/office/drawing/2014/main" id="{B93B82EA-A16F-0522-B0D7-15D2AAD30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1870"/>
                  <a:ext cx="1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멀티캐스트 패킷의 루프백 여부 설정</a:t>
                  </a:r>
                </a:p>
              </p:txBody>
            </p:sp>
            <p:sp>
              <p:nvSpPr>
                <p:cNvPr id="13332" name="Rectangle 120">
                  <a:extLst>
                    <a:ext uri="{FF2B5EF4-FFF2-40B4-BE49-F238E27FC236}">
                      <a16:creationId xmlns:a16="http://schemas.microsoft.com/office/drawing/2014/main" id="{0A263280-A9FE-2482-5917-00DDAEDC33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1" y="1870"/>
                  <a:ext cx="1461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328" name="Group 121">
                <a:extLst>
                  <a:ext uri="{FF2B5EF4-FFF2-40B4-BE49-F238E27FC236}">
                    <a16:creationId xmlns:a16="http://schemas.microsoft.com/office/drawing/2014/main" id="{42A8591E-5D71-F7C6-87BB-AF8FF36A74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7" y="3351"/>
                <a:ext cx="2462" cy="546"/>
                <a:chOff x="2151" y="2244"/>
                <a:chExt cx="1461" cy="546"/>
              </a:xfrm>
            </p:grpSpPr>
            <p:sp>
              <p:nvSpPr>
                <p:cNvPr id="13329" name="Rectangle 122">
                  <a:extLst>
                    <a:ext uri="{FF2B5EF4-FFF2-40B4-BE49-F238E27FC236}">
                      <a16:creationId xmlns:a16="http://schemas.microsoft.com/office/drawing/2014/main" id="{F3E269F3-3341-EFA9-DEB6-322ACA38AB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1" y="2244"/>
                  <a:ext cx="1381" cy="5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400">
                      <a:latin typeface="+mn-ea"/>
                      <a:ea typeface="+mn-ea"/>
                    </a:rPr>
                    <a:t>멀티캐스트 그룹 가입과 탈퇴</a:t>
                  </a:r>
                </a:p>
              </p:txBody>
            </p:sp>
            <p:sp>
              <p:nvSpPr>
                <p:cNvPr id="13330" name="Rectangle 123">
                  <a:extLst>
                    <a:ext uri="{FF2B5EF4-FFF2-40B4-BE49-F238E27FC236}">
                      <a16:creationId xmlns:a16="http://schemas.microsoft.com/office/drawing/2014/main" id="{8EC2B2D0-83B1-13EF-3023-D2292C9380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1" y="2244"/>
                  <a:ext cx="1461" cy="54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3">
            <a:extLst>
              <a:ext uri="{FF2B5EF4-FFF2-40B4-BE49-F238E27FC236}">
                <a16:creationId xmlns:a16="http://schemas.microsoft.com/office/drawing/2014/main" id="{187B0698-BF2B-9642-A3BA-84EE959CCA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6A82D54-A487-A230-80DA-760E5BB4A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D9574A3-6FA0-A1B5-65C3-702C5FDE5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소켓 옵션 </a:t>
            </a:r>
            <a:r>
              <a:rPr lang="en-US" altLang="ko-KR"/>
              <a:t>- IPPROTO_TCP</a:t>
            </a:r>
          </a:p>
        </p:txBody>
      </p:sp>
      <p:grpSp>
        <p:nvGrpSpPr>
          <p:cNvPr id="14341" name="Group 4">
            <a:extLst>
              <a:ext uri="{FF2B5EF4-FFF2-40B4-BE49-F238E27FC236}">
                <a16:creationId xmlns:a16="http://schemas.microsoft.com/office/drawing/2014/main" id="{F34BAA00-52FE-793F-874D-FF771B184286}"/>
              </a:ext>
            </a:extLst>
          </p:cNvPr>
          <p:cNvGrpSpPr>
            <a:grpSpLocks/>
          </p:cNvGrpSpPr>
          <p:nvPr/>
        </p:nvGrpSpPr>
        <p:grpSpPr bwMode="auto">
          <a:xfrm>
            <a:off x="325438" y="1752600"/>
            <a:ext cx="8493125" cy="1219200"/>
            <a:chOff x="0" y="0"/>
            <a:chExt cx="2844" cy="1036"/>
          </a:xfrm>
        </p:grpSpPr>
        <p:grpSp>
          <p:nvGrpSpPr>
            <p:cNvPr id="14342" name="Group 5">
              <a:extLst>
                <a:ext uri="{FF2B5EF4-FFF2-40B4-BE49-F238E27FC236}">
                  <a16:creationId xmlns:a16="http://schemas.microsoft.com/office/drawing/2014/main" id="{D695B5CD-54CD-A140-331C-894A0A05B8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07" cy="518"/>
              <a:chOff x="0" y="0"/>
              <a:chExt cx="707" cy="518"/>
            </a:xfrm>
          </p:grpSpPr>
          <p:sp>
            <p:nvSpPr>
              <p:cNvPr id="14378" name="Rectangle 6">
                <a:extLst>
                  <a:ext uri="{FF2B5EF4-FFF2-40B4-BE49-F238E27FC236}">
                    <a16:creationId xmlns:a16="http://schemas.microsoft.com/office/drawing/2014/main" id="{2760F2E5-D682-8A9B-0A96-D283CF0D8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07" cy="518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  <p:grpSp>
            <p:nvGrpSpPr>
              <p:cNvPr id="14379" name="Group 7">
                <a:extLst>
                  <a:ext uri="{FF2B5EF4-FFF2-40B4-BE49-F238E27FC236}">
                    <a16:creationId xmlns:a16="http://schemas.microsoft.com/office/drawing/2014/main" id="{D1D40A85-CB0B-21B1-25FE-F9D99FAE8F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07" cy="518"/>
                <a:chOff x="0" y="0"/>
                <a:chExt cx="707" cy="518"/>
              </a:xfrm>
            </p:grpSpPr>
            <p:sp>
              <p:nvSpPr>
                <p:cNvPr id="14380" name="Rectangle 8">
                  <a:extLst>
                    <a:ext uri="{FF2B5EF4-FFF2-40B4-BE49-F238E27FC236}">
                      <a16:creationId xmlns:a16="http://schemas.microsoft.com/office/drawing/2014/main" id="{B8878698-43A1-A0F7-AFE5-1389F3B716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0"/>
                  <a:ext cx="627" cy="518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800">
                      <a:latin typeface="+mn-ea"/>
                      <a:ea typeface="+mn-ea"/>
                    </a:rPr>
                    <a:t>optname</a:t>
                  </a:r>
                </a:p>
              </p:txBody>
            </p:sp>
            <p:sp>
              <p:nvSpPr>
                <p:cNvPr id="14381" name="Rectangle 9">
                  <a:extLst>
                    <a:ext uri="{FF2B5EF4-FFF2-40B4-BE49-F238E27FC236}">
                      <a16:creationId xmlns:a16="http://schemas.microsoft.com/office/drawing/2014/main" id="{77798C6E-39B7-7BE6-81CC-ADEC4E9C27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0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4343" name="Group 10">
              <a:extLst>
                <a:ext uri="{FF2B5EF4-FFF2-40B4-BE49-F238E27FC236}">
                  <a16:creationId xmlns:a16="http://schemas.microsoft.com/office/drawing/2014/main" id="{A125BA18-C458-8D7D-DE2E-21A02D8802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7" y="0"/>
              <a:ext cx="582" cy="518"/>
              <a:chOff x="707" y="0"/>
              <a:chExt cx="582" cy="518"/>
            </a:xfrm>
          </p:grpSpPr>
          <p:sp>
            <p:nvSpPr>
              <p:cNvPr id="14374" name="Rectangle 11">
                <a:extLst>
                  <a:ext uri="{FF2B5EF4-FFF2-40B4-BE49-F238E27FC236}">
                    <a16:creationId xmlns:a16="http://schemas.microsoft.com/office/drawing/2014/main" id="{19BFEDE0-60AB-053C-373B-533C8463C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" y="0"/>
                <a:ext cx="582" cy="518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  <p:grpSp>
            <p:nvGrpSpPr>
              <p:cNvPr id="14375" name="Group 12">
                <a:extLst>
                  <a:ext uri="{FF2B5EF4-FFF2-40B4-BE49-F238E27FC236}">
                    <a16:creationId xmlns:a16="http://schemas.microsoft.com/office/drawing/2014/main" id="{9EF4124F-4565-5F67-86A8-38AD8636C6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7" y="0"/>
                <a:ext cx="582" cy="518"/>
                <a:chOff x="707" y="0"/>
                <a:chExt cx="582" cy="518"/>
              </a:xfrm>
            </p:grpSpPr>
            <p:sp>
              <p:nvSpPr>
                <p:cNvPr id="14376" name="Rectangle 13">
                  <a:extLst>
                    <a:ext uri="{FF2B5EF4-FFF2-40B4-BE49-F238E27FC236}">
                      <a16:creationId xmlns:a16="http://schemas.microsoft.com/office/drawing/2014/main" id="{2FBA71C9-BEA4-CF5D-69D7-0120D8ABB0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7" y="0"/>
                  <a:ext cx="502" cy="518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800">
                      <a:latin typeface="+mn-ea"/>
                      <a:ea typeface="+mn-ea"/>
                    </a:rPr>
                    <a:t>optval </a:t>
                  </a:r>
                  <a:r>
                    <a:rPr lang="ko-KR" altLang="en-US" sz="1800">
                      <a:latin typeface="+mn-ea"/>
                      <a:ea typeface="+mn-ea"/>
                    </a:rPr>
                    <a:t>타입</a:t>
                  </a:r>
                </a:p>
              </p:txBody>
            </p:sp>
            <p:sp>
              <p:nvSpPr>
                <p:cNvPr id="14377" name="Rectangle 14">
                  <a:extLst>
                    <a:ext uri="{FF2B5EF4-FFF2-40B4-BE49-F238E27FC236}">
                      <a16:creationId xmlns:a16="http://schemas.microsoft.com/office/drawing/2014/main" id="{81566769-D750-C73C-7496-1E52119495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07" y="0"/>
                  <a:ext cx="5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4344" name="Group 15">
              <a:extLst>
                <a:ext uri="{FF2B5EF4-FFF2-40B4-BE49-F238E27FC236}">
                  <a16:creationId xmlns:a16="http://schemas.microsoft.com/office/drawing/2014/main" id="{56F34A7C-938B-8EFC-D392-47A34439C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9" y="0"/>
              <a:ext cx="256" cy="518"/>
              <a:chOff x="1289" y="0"/>
              <a:chExt cx="256" cy="518"/>
            </a:xfrm>
          </p:grpSpPr>
          <p:sp>
            <p:nvSpPr>
              <p:cNvPr id="14370" name="Rectangle 16">
                <a:extLst>
                  <a:ext uri="{FF2B5EF4-FFF2-40B4-BE49-F238E27FC236}">
                    <a16:creationId xmlns:a16="http://schemas.microsoft.com/office/drawing/2014/main" id="{D1007A39-7FC0-BA18-F1B5-CD96F4FBA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9" y="0"/>
                <a:ext cx="246" cy="518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  <p:grpSp>
            <p:nvGrpSpPr>
              <p:cNvPr id="14371" name="Group 17">
                <a:extLst>
                  <a:ext uri="{FF2B5EF4-FFF2-40B4-BE49-F238E27FC236}">
                    <a16:creationId xmlns:a16="http://schemas.microsoft.com/office/drawing/2014/main" id="{6DC02983-5D09-4670-A365-103A2BB9F3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9" y="0"/>
                <a:ext cx="256" cy="518"/>
                <a:chOff x="1289" y="0"/>
                <a:chExt cx="256" cy="518"/>
              </a:xfrm>
            </p:grpSpPr>
            <p:sp>
              <p:nvSpPr>
                <p:cNvPr id="14372" name="Rectangle 18">
                  <a:extLst>
                    <a:ext uri="{FF2B5EF4-FFF2-40B4-BE49-F238E27FC236}">
                      <a16:creationId xmlns:a16="http://schemas.microsoft.com/office/drawing/2014/main" id="{603C3E60-DAD6-6701-860B-41C568AEA4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9" y="0"/>
                  <a:ext cx="226" cy="518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800">
                      <a:latin typeface="+mn-ea"/>
                      <a:ea typeface="+mn-ea"/>
                    </a:rPr>
                    <a:t>get</a:t>
                  </a:r>
                </a:p>
              </p:txBody>
            </p:sp>
            <p:sp>
              <p:nvSpPr>
                <p:cNvPr id="14373" name="Rectangle 19">
                  <a:extLst>
                    <a:ext uri="{FF2B5EF4-FFF2-40B4-BE49-F238E27FC236}">
                      <a16:creationId xmlns:a16="http://schemas.microsoft.com/office/drawing/2014/main" id="{A0846FB0-A16F-B873-BAC0-86CECCBF0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9" y="0"/>
                  <a:ext cx="2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4345" name="Group 20">
              <a:extLst>
                <a:ext uri="{FF2B5EF4-FFF2-40B4-BE49-F238E27FC236}">
                  <a16:creationId xmlns:a16="http://schemas.microsoft.com/office/drawing/2014/main" id="{C6AC20AD-45E9-99F9-182A-E486F4400F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5" y="0"/>
              <a:ext cx="239" cy="518"/>
              <a:chOff x="1535" y="0"/>
              <a:chExt cx="239" cy="518"/>
            </a:xfrm>
          </p:grpSpPr>
          <p:sp>
            <p:nvSpPr>
              <p:cNvPr id="14366" name="Rectangle 21">
                <a:extLst>
                  <a:ext uri="{FF2B5EF4-FFF2-40B4-BE49-F238E27FC236}">
                    <a16:creationId xmlns:a16="http://schemas.microsoft.com/office/drawing/2014/main" id="{BAEFB2AC-7E78-F041-A05F-72944EB04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5" y="0"/>
                <a:ext cx="239" cy="518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  <p:grpSp>
            <p:nvGrpSpPr>
              <p:cNvPr id="14367" name="Group 22">
                <a:extLst>
                  <a:ext uri="{FF2B5EF4-FFF2-40B4-BE49-F238E27FC236}">
                    <a16:creationId xmlns:a16="http://schemas.microsoft.com/office/drawing/2014/main" id="{95B8FC97-6EE7-6A44-06C8-4F3222703B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5" y="0"/>
                <a:ext cx="239" cy="518"/>
                <a:chOff x="1535" y="0"/>
                <a:chExt cx="239" cy="518"/>
              </a:xfrm>
            </p:grpSpPr>
            <p:sp>
              <p:nvSpPr>
                <p:cNvPr id="14368" name="Rectangle 23">
                  <a:extLst>
                    <a:ext uri="{FF2B5EF4-FFF2-40B4-BE49-F238E27FC236}">
                      <a16:creationId xmlns:a16="http://schemas.microsoft.com/office/drawing/2014/main" id="{3D28C680-90A9-D181-3A49-B25CB57D06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5" y="0"/>
                  <a:ext cx="169" cy="518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ko-KR" sz="1800" dirty="0">
                      <a:latin typeface="+mn-ea"/>
                      <a:ea typeface="+mn-ea"/>
                    </a:rPr>
                    <a:t>set</a:t>
                  </a:r>
                </a:p>
              </p:txBody>
            </p:sp>
            <p:sp>
              <p:nvSpPr>
                <p:cNvPr id="14369" name="Rectangle 24">
                  <a:extLst>
                    <a:ext uri="{FF2B5EF4-FFF2-40B4-BE49-F238E27FC236}">
                      <a16:creationId xmlns:a16="http://schemas.microsoft.com/office/drawing/2014/main" id="{564D5FCE-A08B-04D3-AE8A-36BA787481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5" y="0"/>
                  <a:ext cx="23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4346" name="Group 25">
              <a:extLst>
                <a:ext uri="{FF2B5EF4-FFF2-40B4-BE49-F238E27FC236}">
                  <a16:creationId xmlns:a16="http://schemas.microsoft.com/office/drawing/2014/main" id="{718A5CB3-7C38-1086-EA5B-BB2BA7E92B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4" y="0"/>
              <a:ext cx="1070" cy="518"/>
              <a:chOff x="1774" y="0"/>
              <a:chExt cx="1070" cy="518"/>
            </a:xfrm>
          </p:grpSpPr>
          <p:sp>
            <p:nvSpPr>
              <p:cNvPr id="14362" name="Rectangle 26">
                <a:extLst>
                  <a:ext uri="{FF2B5EF4-FFF2-40B4-BE49-F238E27FC236}">
                    <a16:creationId xmlns:a16="http://schemas.microsoft.com/office/drawing/2014/main" id="{13E2DC78-59DF-1B30-982F-9BA50BF2D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4" y="0"/>
                <a:ext cx="1070" cy="518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  <p:grpSp>
            <p:nvGrpSpPr>
              <p:cNvPr id="14363" name="Group 27">
                <a:extLst>
                  <a:ext uri="{FF2B5EF4-FFF2-40B4-BE49-F238E27FC236}">
                    <a16:creationId xmlns:a16="http://schemas.microsoft.com/office/drawing/2014/main" id="{9245FC07-61E8-23B2-E145-2A3DBFB6A8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4" y="0"/>
                <a:ext cx="1070" cy="518"/>
                <a:chOff x="1774" y="0"/>
                <a:chExt cx="1070" cy="518"/>
              </a:xfrm>
            </p:grpSpPr>
            <p:sp>
              <p:nvSpPr>
                <p:cNvPr id="14364" name="Rectangle 28">
                  <a:extLst>
                    <a:ext uri="{FF2B5EF4-FFF2-40B4-BE49-F238E27FC236}">
                      <a16:creationId xmlns:a16="http://schemas.microsoft.com/office/drawing/2014/main" id="{96B9C1EA-E15F-C3EA-987D-2AABB58BCE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0"/>
                  <a:ext cx="990" cy="518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ko-KR" altLang="en-US" sz="1800">
                      <a:latin typeface="+mn-ea"/>
                      <a:ea typeface="+mn-ea"/>
                    </a:rPr>
                    <a:t>설명</a:t>
                  </a:r>
                </a:p>
              </p:txBody>
            </p:sp>
            <p:sp>
              <p:nvSpPr>
                <p:cNvPr id="14365" name="Rectangle 29">
                  <a:extLst>
                    <a:ext uri="{FF2B5EF4-FFF2-40B4-BE49-F238E27FC236}">
                      <a16:creationId xmlns:a16="http://schemas.microsoft.com/office/drawing/2014/main" id="{1272E2A5-791A-C648-8338-55059FBD45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4" y="0"/>
                  <a:ext cx="107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6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 b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14347" name="Group 30">
              <a:extLst>
                <a:ext uri="{FF2B5EF4-FFF2-40B4-BE49-F238E27FC236}">
                  <a16:creationId xmlns:a16="http://schemas.microsoft.com/office/drawing/2014/main" id="{38CCCF0D-F14A-76CA-2A6C-DBC0C28ED3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18"/>
              <a:ext cx="707" cy="518"/>
              <a:chOff x="0" y="518"/>
              <a:chExt cx="707" cy="518"/>
            </a:xfrm>
          </p:grpSpPr>
          <p:sp>
            <p:nvSpPr>
              <p:cNvPr id="14360" name="Rectangle 31">
                <a:extLst>
                  <a:ext uri="{FF2B5EF4-FFF2-40B4-BE49-F238E27FC236}">
                    <a16:creationId xmlns:a16="http://schemas.microsoft.com/office/drawing/2014/main" id="{3D6D8018-D6CE-199C-343D-C2EB969AB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" y="518"/>
                <a:ext cx="627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800">
                    <a:latin typeface="+mn-ea"/>
                    <a:ea typeface="+mn-ea"/>
                  </a:rPr>
                  <a:t>TCP_NODELAY</a:t>
                </a:r>
              </a:p>
            </p:txBody>
          </p:sp>
          <p:sp>
            <p:nvSpPr>
              <p:cNvPr id="14361" name="Rectangle 32">
                <a:extLst>
                  <a:ext uri="{FF2B5EF4-FFF2-40B4-BE49-F238E27FC236}">
                    <a16:creationId xmlns:a16="http://schemas.microsoft.com/office/drawing/2014/main" id="{D248A7D8-0336-2D88-80AD-CC500DB03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18"/>
                <a:ext cx="707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</p:grpSp>
        <p:grpSp>
          <p:nvGrpSpPr>
            <p:cNvPr id="14348" name="Group 33">
              <a:extLst>
                <a:ext uri="{FF2B5EF4-FFF2-40B4-BE49-F238E27FC236}">
                  <a16:creationId xmlns:a16="http://schemas.microsoft.com/office/drawing/2014/main" id="{E59DA8D7-5107-0D54-BE47-0AC109D50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7" y="518"/>
              <a:ext cx="582" cy="518"/>
              <a:chOff x="707" y="518"/>
              <a:chExt cx="582" cy="518"/>
            </a:xfrm>
          </p:grpSpPr>
          <p:sp>
            <p:nvSpPr>
              <p:cNvPr id="14358" name="Rectangle 34">
                <a:extLst>
                  <a:ext uri="{FF2B5EF4-FFF2-40B4-BE49-F238E27FC236}">
                    <a16:creationId xmlns:a16="http://schemas.microsoft.com/office/drawing/2014/main" id="{5C9174E6-7704-41FF-C6B5-2A267D1F3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7" y="518"/>
                <a:ext cx="502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800">
                    <a:latin typeface="+mn-ea"/>
                    <a:ea typeface="+mn-ea"/>
                  </a:rPr>
                  <a:t>BOOL</a:t>
                </a:r>
              </a:p>
            </p:txBody>
          </p:sp>
          <p:sp>
            <p:nvSpPr>
              <p:cNvPr id="14359" name="Rectangle 35">
                <a:extLst>
                  <a:ext uri="{FF2B5EF4-FFF2-40B4-BE49-F238E27FC236}">
                    <a16:creationId xmlns:a16="http://schemas.microsoft.com/office/drawing/2014/main" id="{3D617C6E-5345-B0E8-220D-8A4E11518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" y="518"/>
                <a:ext cx="582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</p:grpSp>
        <p:grpSp>
          <p:nvGrpSpPr>
            <p:cNvPr id="14349" name="Group 36">
              <a:extLst>
                <a:ext uri="{FF2B5EF4-FFF2-40B4-BE49-F238E27FC236}">
                  <a16:creationId xmlns:a16="http://schemas.microsoft.com/office/drawing/2014/main" id="{C032400E-985D-ABC0-B9B3-C2BFAD7650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9" y="518"/>
              <a:ext cx="246" cy="518"/>
              <a:chOff x="1289" y="518"/>
              <a:chExt cx="246" cy="518"/>
            </a:xfrm>
          </p:grpSpPr>
          <p:sp>
            <p:nvSpPr>
              <p:cNvPr id="14356" name="Rectangle 37">
                <a:extLst>
                  <a:ext uri="{FF2B5EF4-FFF2-40B4-BE49-F238E27FC236}">
                    <a16:creationId xmlns:a16="http://schemas.microsoft.com/office/drawing/2014/main" id="{1D59AED4-7EDE-DA02-CD13-B4715E34B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9" y="518"/>
                <a:ext cx="16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800">
                    <a:latin typeface="+mn-ea"/>
                    <a:ea typeface="+mn-ea"/>
                    <a:sym typeface="Wingdings 2" panose="05020102010507070707" pitchFamily="18" charset="2"/>
                  </a:rPr>
                  <a:t></a:t>
                </a:r>
              </a:p>
            </p:txBody>
          </p:sp>
          <p:sp>
            <p:nvSpPr>
              <p:cNvPr id="14357" name="Rectangle 38">
                <a:extLst>
                  <a:ext uri="{FF2B5EF4-FFF2-40B4-BE49-F238E27FC236}">
                    <a16:creationId xmlns:a16="http://schemas.microsoft.com/office/drawing/2014/main" id="{CBB881D5-473C-C0AE-A3BC-4E2203CC7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9" y="518"/>
                <a:ext cx="246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</p:grpSp>
        <p:grpSp>
          <p:nvGrpSpPr>
            <p:cNvPr id="14350" name="Group 39">
              <a:extLst>
                <a:ext uri="{FF2B5EF4-FFF2-40B4-BE49-F238E27FC236}">
                  <a16:creationId xmlns:a16="http://schemas.microsoft.com/office/drawing/2014/main" id="{99F15A77-0D84-42BB-42F1-BFCDEC19FB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5" y="518"/>
              <a:ext cx="239" cy="518"/>
              <a:chOff x="1535" y="518"/>
              <a:chExt cx="239" cy="518"/>
            </a:xfrm>
          </p:grpSpPr>
          <p:sp>
            <p:nvSpPr>
              <p:cNvPr id="14354" name="Rectangle 40">
                <a:extLst>
                  <a:ext uri="{FF2B5EF4-FFF2-40B4-BE49-F238E27FC236}">
                    <a16:creationId xmlns:a16="http://schemas.microsoft.com/office/drawing/2014/main" id="{75AE8E21-D3ED-EC22-E6EE-2ECB19983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518"/>
                <a:ext cx="159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800">
                    <a:latin typeface="+mn-ea"/>
                    <a:ea typeface="+mn-ea"/>
                    <a:sym typeface="Wingdings 2" panose="05020102010507070707" pitchFamily="18" charset="2"/>
                  </a:rPr>
                  <a:t></a:t>
                </a:r>
              </a:p>
            </p:txBody>
          </p:sp>
          <p:sp>
            <p:nvSpPr>
              <p:cNvPr id="14355" name="Rectangle 41">
                <a:extLst>
                  <a:ext uri="{FF2B5EF4-FFF2-40B4-BE49-F238E27FC236}">
                    <a16:creationId xmlns:a16="http://schemas.microsoft.com/office/drawing/2014/main" id="{E4CED8CB-0AA1-98F9-F3D7-365D2D489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5" y="518"/>
                <a:ext cx="239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</p:grpSp>
        <p:grpSp>
          <p:nvGrpSpPr>
            <p:cNvPr id="14351" name="Group 42">
              <a:extLst>
                <a:ext uri="{FF2B5EF4-FFF2-40B4-BE49-F238E27FC236}">
                  <a16:creationId xmlns:a16="http://schemas.microsoft.com/office/drawing/2014/main" id="{1B16A226-12BA-3193-7EB5-A881DC7E7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4" y="518"/>
              <a:ext cx="1070" cy="518"/>
              <a:chOff x="1774" y="518"/>
              <a:chExt cx="1070" cy="518"/>
            </a:xfrm>
          </p:grpSpPr>
          <p:sp>
            <p:nvSpPr>
              <p:cNvPr id="14352" name="Rectangle 43">
                <a:extLst>
                  <a:ext uri="{FF2B5EF4-FFF2-40B4-BE49-F238E27FC236}">
                    <a16:creationId xmlns:a16="http://schemas.microsoft.com/office/drawing/2014/main" id="{48B6BCA7-D8DF-E9CF-5BB9-2B38F08714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518"/>
                <a:ext cx="990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800">
                    <a:latin typeface="+mn-ea"/>
                    <a:ea typeface="+mn-ea"/>
                  </a:rPr>
                  <a:t>Nagle </a:t>
                </a:r>
                <a:r>
                  <a:rPr lang="ko-KR" altLang="en-US" sz="1800">
                    <a:latin typeface="+mn-ea"/>
                    <a:ea typeface="+mn-ea"/>
                  </a:rPr>
                  <a:t>알고리즘 작동 중지</a:t>
                </a:r>
              </a:p>
            </p:txBody>
          </p:sp>
          <p:sp>
            <p:nvSpPr>
              <p:cNvPr id="14353" name="Rectangle 44">
                <a:extLst>
                  <a:ext uri="{FF2B5EF4-FFF2-40B4-BE49-F238E27FC236}">
                    <a16:creationId xmlns:a16="http://schemas.microsoft.com/office/drawing/2014/main" id="{A62EB9DA-0C6C-2C33-320A-7D1C74FE7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4" y="518"/>
                <a:ext cx="107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6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 b="0">
                  <a:latin typeface="+mn-ea"/>
                  <a:ea typeface="+mn-ea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바닥글 개체 틀 3">
            <a:extLst>
              <a:ext uri="{FF2B5EF4-FFF2-40B4-BE49-F238E27FC236}">
                <a16:creationId xmlns:a16="http://schemas.microsoft.com/office/drawing/2014/main" id="{6EDDBD10-F526-DEAD-9426-B4710C686A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F19016A-212E-EBB6-B27C-BE1C8EF01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SO_BROADCAST </a:t>
            </a:r>
            <a:r>
              <a:rPr lang="ko-KR" altLang="en-US" sz="2400"/>
              <a:t>옵션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7D64D72A-857F-8793-6223-849FFB46C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용도</a:t>
            </a:r>
          </a:p>
          <a:p>
            <a:pPr lvl="1" eaLnBrk="1" hangingPunct="1"/>
            <a:r>
              <a:rPr lang="ko-KR" altLang="en-US"/>
              <a:t>해당 소켓을 이용하여 브로드캐스트 데이터 전송 가능</a:t>
            </a:r>
          </a:p>
          <a:p>
            <a:pPr lvl="1" eaLnBrk="1" hangingPunct="1"/>
            <a:r>
              <a:rPr lang="en-US" altLang="ko-KR"/>
              <a:t>UDP </a:t>
            </a:r>
            <a:r>
              <a:rPr lang="ko-KR" altLang="en-US"/>
              <a:t>소켓에만 사용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3">
            <a:extLst>
              <a:ext uri="{FF2B5EF4-FFF2-40B4-BE49-F238E27FC236}">
                <a16:creationId xmlns:a16="http://schemas.microsoft.com/office/drawing/2014/main" id="{C36AFC02-4B7E-CF43-C175-560A50643B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432C0F7-6A00-56B9-DE89-37D90B8E9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SO_DONTROUTE </a:t>
            </a:r>
            <a:r>
              <a:rPr lang="ko-KR" altLang="en-US" sz="2400"/>
              <a:t>옵션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40147AD-FFCF-B75B-9A0E-2D48D2189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용도</a:t>
            </a:r>
          </a:p>
          <a:p>
            <a:pPr lvl="1" eaLnBrk="1" hangingPunct="1"/>
            <a:r>
              <a:rPr lang="ko-KR" altLang="en-US"/>
              <a:t>데이터 전송시 라우팅 테이블 참조를 생략하고</a:t>
            </a:r>
            <a:r>
              <a:rPr lang="en-US" altLang="ko-KR"/>
              <a:t>, </a:t>
            </a:r>
            <a:r>
              <a:rPr lang="ko-KR" altLang="en-US"/>
              <a:t>곧바로 </a:t>
            </a:r>
            <a:r>
              <a:rPr lang="en-US" altLang="ko-KR"/>
              <a:t>bind() </a:t>
            </a:r>
            <a:r>
              <a:rPr lang="ko-KR" altLang="en-US"/>
              <a:t>함수로 설정한 네트워크 인터페이스로 모든 데이터를 보냄</a:t>
            </a:r>
          </a:p>
          <a:p>
            <a:pPr eaLnBrk="1" hangingPunct="1"/>
            <a:r>
              <a:rPr lang="ko-KR" altLang="en-US"/>
              <a:t>사용 예</a:t>
            </a: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815436EF-AF16-85FD-1126-C9A343F82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3429000"/>
            <a:ext cx="7175500" cy="20574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BOOL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= TRUE;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listen_sock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 SOL_SOCKET, </a:t>
            </a:r>
            <a:r>
              <a:rPr lang="en-US" altLang="ko-KR" sz="2000" dirty="0">
                <a:solidFill>
                  <a:srgbClr val="CC33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SO_DONTROUTE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(char *)&amp;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 sizeof(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)) == SOCKET_ERROR)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err_quit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()");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바닥글 개체 틀 3">
            <a:extLst>
              <a:ext uri="{FF2B5EF4-FFF2-40B4-BE49-F238E27FC236}">
                <a16:creationId xmlns:a16="http://schemas.microsoft.com/office/drawing/2014/main" id="{AA3DD69D-7873-6456-288E-992FB83A9C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E6B1EA2-5E0E-41B5-56AF-531E6C830F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SO_KEEPALIVE </a:t>
            </a:r>
            <a:r>
              <a:rPr lang="ko-KR" altLang="en-US" sz="2400"/>
              <a:t>옵션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6927006-3BAF-6F3E-FAA1-9F0316434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용도</a:t>
            </a:r>
          </a:p>
          <a:p>
            <a:pPr lvl="1" eaLnBrk="1" hangingPunct="1"/>
            <a:r>
              <a:rPr lang="en-US" altLang="ko-KR"/>
              <a:t>TCP </a:t>
            </a:r>
            <a:r>
              <a:rPr lang="ko-KR" altLang="en-US"/>
              <a:t>프로토콜 수준에서 연결 여부를 확인하기 위해 상대 </a:t>
            </a:r>
            <a:r>
              <a:rPr lang="en-US" altLang="ko-KR"/>
              <a:t>TCP</a:t>
            </a:r>
            <a:r>
              <a:rPr lang="ko-KR" altLang="en-US"/>
              <a:t>에게 주기적으로</a:t>
            </a: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2</a:t>
            </a:r>
            <a:r>
              <a:rPr lang="ko-KR" altLang="en-US"/>
              <a:t>시간 간격</a:t>
            </a:r>
            <a:r>
              <a:rPr lang="en-US" altLang="ko-KR"/>
              <a:t>) TCP </a:t>
            </a:r>
            <a:r>
              <a:rPr lang="ko-KR" altLang="en-US"/>
              <a:t>패킷을 보냄</a:t>
            </a:r>
          </a:p>
          <a:p>
            <a:pPr eaLnBrk="1" hangingPunct="1"/>
            <a:r>
              <a:rPr lang="ko-KR" altLang="en-US"/>
              <a:t>사용 예</a:t>
            </a: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69BF70C9-74D7-91CC-8B36-32DBE83DA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3048000"/>
            <a:ext cx="7175500" cy="20574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BOOL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= TRUE;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listen_sock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 SOL_SOCKET, </a:t>
            </a:r>
            <a:r>
              <a:rPr lang="en-US" altLang="ko-KR" sz="2000" dirty="0">
                <a:solidFill>
                  <a:srgbClr val="CC33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SO_KEEPALIVE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(char *)&amp;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 sizeof(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)) == SOCKET_ERROR)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err_quit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()");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바닥글 개체 틀 3">
            <a:extLst>
              <a:ext uri="{FF2B5EF4-FFF2-40B4-BE49-F238E27FC236}">
                <a16:creationId xmlns:a16="http://schemas.microsoft.com/office/drawing/2014/main" id="{9CF2B6F6-863D-75E0-BA02-0A7E155913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C59FCA9-C799-C681-6FC3-AD67579582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SO_LINGER </a:t>
            </a:r>
            <a:r>
              <a:rPr lang="ko-KR" altLang="en-US" sz="2400"/>
              <a:t>옵션 </a:t>
            </a:r>
            <a:r>
              <a:rPr lang="en-US" altLang="ko-KR" sz="2400"/>
              <a:t>(1/3)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7DBC52A-0CD6-1D10-E784-33077C007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용도</a:t>
            </a:r>
          </a:p>
          <a:p>
            <a:pPr lvl="1" eaLnBrk="1" hangingPunct="1"/>
            <a:r>
              <a:rPr lang="en-US" altLang="ko-KR" dirty="0" err="1"/>
              <a:t>closesocket</a:t>
            </a:r>
            <a:r>
              <a:rPr lang="en-US" altLang="ko-KR" dirty="0"/>
              <a:t>() </a:t>
            </a:r>
            <a:r>
              <a:rPr lang="ko-KR" altLang="en-US" dirty="0"/>
              <a:t>함수의 디폴트 동작 변경</a:t>
            </a:r>
          </a:p>
          <a:p>
            <a:pPr eaLnBrk="1" hangingPunct="1"/>
            <a:endParaRPr lang="ko-KR" altLang="en-US" dirty="0"/>
          </a:p>
          <a:p>
            <a:pPr eaLnBrk="1" hangingPunct="1"/>
            <a:endParaRPr lang="ko-KR" altLang="en-US" sz="3200" dirty="0"/>
          </a:p>
          <a:p>
            <a:pPr eaLnBrk="1" hangingPunct="1"/>
            <a:endParaRPr lang="ko-KR" altLang="en-US" dirty="0"/>
          </a:p>
          <a:p>
            <a:pPr eaLnBrk="1" hangingPunct="1"/>
            <a:r>
              <a:rPr lang="ko-KR" altLang="en-US" dirty="0"/>
              <a:t>옵션값</a:t>
            </a:r>
          </a:p>
          <a:p>
            <a:pPr eaLnBrk="1" hangingPunct="1"/>
            <a:endParaRPr lang="en-US" altLang="ko-KR" dirty="0"/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518D1BC9-BFE7-DF69-7FFF-D8E29B99D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3905250"/>
            <a:ext cx="7175500" cy="18288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D2Coding" panose="020B0609020101020101" pitchFamily="49" charset="-127"/>
                <a:ea typeface="D2Coding" panose="020B0609020101020101" pitchFamily="49" charset="-127"/>
              </a:rPr>
              <a:t>struct linger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D2Coding" panose="020B0609020101020101" pitchFamily="49" charset="-127"/>
                <a:ea typeface="D2Coding" panose="020B0609020101020101" pitchFamily="49" charset="-127"/>
              </a:rPr>
              <a:t>    u_short l_onoff; </a:t>
            </a:r>
            <a:r>
              <a:rPr lang="en-US" altLang="ko-KR" sz="200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 option on/off 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D2Coding" panose="020B0609020101020101" pitchFamily="49" charset="-127"/>
                <a:ea typeface="D2Coding" panose="020B0609020101020101" pitchFamily="49" charset="-127"/>
              </a:rPr>
              <a:t>    u_short l_linger; </a:t>
            </a:r>
            <a:r>
              <a:rPr lang="en-US" altLang="ko-KR" sz="200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 linger time 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D2Coding" panose="020B0609020101020101" pitchFamily="49" charset="-127"/>
                <a:ea typeface="D2Coding" panose="020B0609020101020101" pitchFamily="49" charset="-127"/>
              </a:rPr>
              <a:t>typedef struct linger LINGER;</a:t>
            </a: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A2FA5294-5A4E-84D6-509D-63EDB1CBC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1866900"/>
            <a:ext cx="7175500" cy="9144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send(sock, ...); </a:t>
            </a:r>
            <a:r>
              <a:rPr lang="en-US" altLang="ko-KR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데이터를 보낸다</a:t>
            </a:r>
            <a:r>
              <a:rPr lang="en-US" altLang="ko-KR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closesocket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(sock); </a:t>
            </a:r>
            <a:r>
              <a:rPr lang="en-US" altLang="ko-KR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소켓을 닫는다</a:t>
            </a:r>
            <a:r>
              <a:rPr lang="en-US" altLang="ko-KR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바닥글 개체 틀 3">
            <a:extLst>
              <a:ext uri="{FF2B5EF4-FFF2-40B4-BE49-F238E27FC236}">
                <a16:creationId xmlns:a16="http://schemas.microsoft.com/office/drawing/2014/main" id="{CC1850EA-A217-5EAB-46AD-B83D694AFE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CD9B9F9-1126-4D63-BFF9-4119F8917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SO_LINGER </a:t>
            </a:r>
            <a:r>
              <a:rPr lang="ko-KR" altLang="en-US" sz="2400"/>
              <a:t>옵션 </a:t>
            </a:r>
            <a:r>
              <a:rPr lang="en-US" altLang="ko-KR" sz="2400"/>
              <a:t>(2/3)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545BF8C-2289-C9DB-C2A7-82475CB248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사용 예</a:t>
            </a: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1E064AB9-203D-8429-8128-068CE9172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1752600"/>
            <a:ext cx="7175500" cy="27432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LINGER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optval.l_onoff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= 1; </a:t>
            </a:r>
            <a:r>
              <a:rPr lang="en-US" altLang="ko-KR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 linger on 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optval.l_linger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= 10; </a:t>
            </a:r>
            <a:r>
              <a:rPr lang="en-US" altLang="ko-KR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/* linger time = 10</a:t>
            </a:r>
            <a:r>
              <a:rPr lang="ko-KR" altLang="en-US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초 *</a:t>
            </a:r>
            <a:r>
              <a:rPr lang="en-US" altLang="ko-KR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(sock, SOL_SOCKET, SO_LINGER,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(char *)&amp;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 sizeof(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)) == SOCKET_ERROR)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err_quit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()");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바닥글 개체 틀 3">
            <a:extLst>
              <a:ext uri="{FF2B5EF4-FFF2-40B4-BE49-F238E27FC236}">
                <a16:creationId xmlns:a16="http://schemas.microsoft.com/office/drawing/2014/main" id="{DD3B5E7E-881D-BEFD-DBE9-E5A05D319A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CFE2F8E-4CC5-AB8B-1E5C-07017147B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SO_LINGER </a:t>
            </a:r>
            <a:r>
              <a:rPr lang="ko-KR" altLang="en-US" sz="2400"/>
              <a:t>옵션 </a:t>
            </a:r>
            <a:r>
              <a:rPr lang="en-US" altLang="ko-KR" sz="2400"/>
              <a:t>(3/3)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C685C1A-024C-1FA2-871D-02EB299000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1975" y="1143000"/>
            <a:ext cx="8020050" cy="5334000"/>
          </a:xfrm>
        </p:spPr>
        <p:txBody>
          <a:bodyPr/>
          <a:lstStyle/>
          <a:p>
            <a:pPr eaLnBrk="1" hangingPunct="1"/>
            <a:r>
              <a:rPr lang="ko-KR" altLang="en-US"/>
              <a:t>옵션값에 따른 </a:t>
            </a:r>
            <a:r>
              <a:rPr lang="en-US" altLang="ko-KR"/>
              <a:t>closesocket() </a:t>
            </a:r>
            <a:r>
              <a:rPr lang="ko-KR" altLang="en-US"/>
              <a:t>함수의 동작</a:t>
            </a:r>
          </a:p>
          <a:p>
            <a:pPr eaLnBrk="1" hangingPunct="1"/>
            <a:endParaRPr lang="ko-KR" altLang="en-US"/>
          </a:p>
          <a:p>
            <a:pPr eaLnBrk="1" hangingPunct="1"/>
            <a:endParaRPr lang="ko-KR" altLang="en-US" sz="2400"/>
          </a:p>
          <a:p>
            <a:pPr eaLnBrk="1" hangingPunct="1"/>
            <a:endParaRPr lang="ko-KR" altLang="en-US" sz="2400"/>
          </a:p>
          <a:p>
            <a:pPr eaLnBrk="1" hangingPunct="1"/>
            <a:endParaRPr lang="ko-KR" altLang="en-US" sz="32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 sz="2000"/>
              <a:t>① </a:t>
            </a:r>
            <a:r>
              <a:rPr lang="en-US" altLang="ko-KR" sz="2000"/>
              <a:t>closesocket() </a:t>
            </a:r>
            <a:r>
              <a:rPr lang="ko-KR" altLang="en-US" sz="2000"/>
              <a:t>함수는 곧바로 리턴하고 송신 버퍼의 데이터는 백그라운드로 보낸 후 </a:t>
            </a:r>
            <a:r>
              <a:rPr lang="en-US" altLang="ko-KR" sz="2000"/>
              <a:t>TCP </a:t>
            </a:r>
            <a:r>
              <a:rPr lang="ko-KR" altLang="en-US" sz="2000"/>
              <a:t>연결을 정상 종료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 sz="2000"/>
              <a:t>② </a:t>
            </a:r>
            <a:r>
              <a:rPr lang="en-US" altLang="ko-KR" sz="2000"/>
              <a:t>closesocket() </a:t>
            </a:r>
            <a:r>
              <a:rPr lang="ko-KR" altLang="en-US" sz="2000"/>
              <a:t>함수는 곧바로 리턴하고 송신 버퍼의 데이터는 삭제한 후 </a:t>
            </a:r>
            <a:r>
              <a:rPr lang="en-US" altLang="ko-KR" sz="2000"/>
              <a:t>TCP </a:t>
            </a:r>
            <a:r>
              <a:rPr lang="ko-KR" altLang="en-US" sz="2000"/>
              <a:t>연결을 강제 종료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 sz="2000"/>
              <a:t>③ 송신 버퍼의 데이터를 모두 보내고 </a:t>
            </a:r>
            <a:r>
              <a:rPr lang="en-US" altLang="ko-KR" sz="2000"/>
              <a:t>TCP </a:t>
            </a:r>
            <a:r>
              <a:rPr lang="ko-KR" altLang="en-US" sz="2000"/>
              <a:t>연결을 정상 종료한 후 </a:t>
            </a:r>
            <a:r>
              <a:rPr lang="en-US" altLang="ko-KR" sz="2000"/>
              <a:t>closesocket() </a:t>
            </a:r>
            <a:r>
              <a:rPr lang="ko-KR" altLang="en-US" sz="2000"/>
              <a:t>함수 리턴</a:t>
            </a:r>
            <a:r>
              <a:rPr lang="en-US" altLang="ko-KR" sz="2000"/>
              <a:t>. </a:t>
            </a:r>
            <a:r>
              <a:rPr lang="ko-KR" altLang="en-US" sz="2000"/>
              <a:t>일정 시간 내에 송신 버퍼의 데이터를 모두 보내지 못하면 </a:t>
            </a:r>
            <a:r>
              <a:rPr lang="en-US" altLang="ko-KR" sz="2000"/>
              <a:t>TCP </a:t>
            </a:r>
            <a:r>
              <a:rPr lang="ko-KR" altLang="en-US" sz="2000"/>
              <a:t>연결을 강제 종료한 후 </a:t>
            </a:r>
            <a:r>
              <a:rPr lang="en-US" altLang="ko-KR" sz="2000"/>
              <a:t>closesocket() </a:t>
            </a:r>
            <a:r>
              <a:rPr lang="ko-KR" altLang="en-US" sz="2000"/>
              <a:t>함수 리턴</a:t>
            </a:r>
            <a:r>
              <a:rPr lang="en-US" altLang="ko-KR" sz="2000"/>
              <a:t>. </a:t>
            </a:r>
            <a:r>
              <a:rPr lang="ko-KR" altLang="en-US" sz="2000"/>
              <a:t>이때 송신 버퍼에 남은 데이터는 삭제함</a:t>
            </a:r>
            <a:r>
              <a:rPr lang="en-US" altLang="ko-KR" sz="2000"/>
              <a:t>.</a:t>
            </a:r>
          </a:p>
        </p:txBody>
      </p:sp>
      <p:graphicFrame>
        <p:nvGraphicFramePr>
          <p:cNvPr id="318497" name="Group 33">
            <a:extLst>
              <a:ext uri="{FF2B5EF4-FFF2-40B4-BE49-F238E27FC236}">
                <a16:creationId xmlns:a16="http://schemas.microsoft.com/office/drawing/2014/main" id="{12013804-BCDD-65CC-6224-46D155DC2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496813"/>
              </p:ext>
            </p:extLst>
          </p:nvPr>
        </p:nvGraphicFramePr>
        <p:xfrm>
          <a:off x="666750" y="1679575"/>
          <a:ext cx="7808913" cy="1676400"/>
        </p:xfrm>
        <a:graphic>
          <a:graphicData uri="http://schemas.openxmlformats.org/drawingml/2006/table">
            <a:tbl>
              <a:tblPr/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47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struct linger{}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closesocket() 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함수 동작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추가 설명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l_onoff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l_linger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안함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 동일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closesocket() 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함수의 디폴트 동작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와 동일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양수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③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 동일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바닥글 개체 틀 3">
            <a:extLst>
              <a:ext uri="{FF2B5EF4-FFF2-40B4-BE49-F238E27FC236}">
                <a16:creationId xmlns:a16="http://schemas.microsoft.com/office/drawing/2014/main" id="{BF0CCA52-50E2-DA34-CEEB-6E2D174D6E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0BFCA58-57A9-72C7-C4B2-4ACDFCF8A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SO_SNDBUF, SO_RCVBUF </a:t>
            </a:r>
            <a:r>
              <a:rPr lang="ko-KR" altLang="en-US" sz="2400"/>
              <a:t>옵션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7761FE-B4E6-91F5-3DCC-8C530736D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용도</a:t>
            </a:r>
          </a:p>
          <a:p>
            <a:pPr lvl="1" eaLnBrk="1" hangingPunct="1"/>
            <a:r>
              <a:rPr lang="ko-KR" altLang="en-US"/>
              <a:t>소켓의 송신 버퍼와 수신 버퍼 크기 변경</a:t>
            </a:r>
          </a:p>
          <a:p>
            <a:pPr eaLnBrk="1" hangingPunct="1"/>
            <a:r>
              <a:rPr lang="ko-KR" altLang="en-US"/>
              <a:t>사용 예</a:t>
            </a: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B885B98F-02F3-0DD7-16AB-440389D7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2667000"/>
            <a:ext cx="7175500" cy="35814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int 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int 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optlen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= sizeof(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if(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getsockopt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listen_sock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, SOL_SOCKET, SO_RCVBUF,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   (char *)&amp;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, &amp;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optlen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 == SOCKET_ERROR) </a:t>
            </a:r>
            <a:b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err_quit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getsockopt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()");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printf("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수신 버퍼 크기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= %d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바이트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\n", 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ko-KR" sz="1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*= 2;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if(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listen_sock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, SOL_SOCKET, SO_RCVBUF,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   (char *)&amp;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, sizeof(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)) == SOCKET_ERROR) </a:t>
            </a:r>
            <a:b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err_quit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()");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3">
            <a:extLst>
              <a:ext uri="{FF2B5EF4-FFF2-40B4-BE49-F238E27FC236}">
                <a16:creationId xmlns:a16="http://schemas.microsoft.com/office/drawing/2014/main" id="{C37187EB-B2F5-889E-2729-B6F7E8DCF0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D6DE2A2-4272-93F3-A457-48D875C37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SO_SNDTIMEO, SO_RCVTIMEO </a:t>
            </a:r>
            <a:r>
              <a:rPr lang="ko-KR" altLang="en-US" sz="2400"/>
              <a:t>옵션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A01D1ED-1C9F-E6ED-8A31-0CD563D2E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용도</a:t>
            </a:r>
          </a:p>
          <a:p>
            <a:pPr lvl="1" eaLnBrk="1" hangingPunct="1"/>
            <a:r>
              <a:rPr lang="ko-KR" altLang="en-US"/>
              <a:t>데이터 전송 함수</a:t>
            </a:r>
            <a:r>
              <a:rPr lang="en-US" altLang="ko-KR"/>
              <a:t>(send(), recv(), sendto(), recvfrom())</a:t>
            </a:r>
            <a:r>
              <a:rPr lang="ko-KR" altLang="en-US"/>
              <a:t>가 작업 완료와 상관없이 일정 시간 후 리턴하도록 함</a:t>
            </a:r>
          </a:p>
          <a:p>
            <a:pPr eaLnBrk="1" hangingPunct="1"/>
            <a:r>
              <a:rPr lang="ko-KR" altLang="en-US"/>
              <a:t>사용 예</a:t>
            </a: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A9E225C1-96C3-2BA2-7F96-EDE6C93A5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3048000"/>
            <a:ext cx="7175500" cy="20574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int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000" dirty="0">
                <a:solidFill>
                  <a:srgbClr val="CC33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3000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(sock, SOL_SOCKET, SO_RCVTIMEO,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(char *)&amp;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 sizeof(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)) == SOCKET_ERROR)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err_quit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()");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바닥글 개체 틀 3">
            <a:extLst>
              <a:ext uri="{FF2B5EF4-FFF2-40B4-BE49-F238E27FC236}">
                <a16:creationId xmlns:a16="http://schemas.microsoft.com/office/drawing/2014/main" id="{CDE157DF-B61B-922F-C05F-6EC637921F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9B20214A-2B9B-052E-4526-790D4DD71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IPPROTO_TCP </a:t>
            </a:r>
            <a:r>
              <a:rPr lang="ko-KR" altLang="en-US" sz="2400"/>
              <a:t>옵션 </a:t>
            </a:r>
            <a:r>
              <a:rPr lang="en-US" altLang="ko-KR" sz="2400"/>
              <a:t>(1/2)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B1DF26C-CD69-7056-5EAF-8E019C68D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용도</a:t>
            </a:r>
          </a:p>
          <a:p>
            <a:pPr lvl="1" eaLnBrk="1" hangingPunct="1"/>
            <a:r>
              <a:rPr lang="en-US" altLang="ko-KR"/>
              <a:t>Nagle </a:t>
            </a:r>
            <a:r>
              <a:rPr lang="ko-KR" altLang="en-US"/>
              <a:t>알고리즘 작동 여부 결정</a:t>
            </a:r>
          </a:p>
          <a:p>
            <a:pPr eaLnBrk="1" hangingPunct="1"/>
            <a:r>
              <a:rPr lang="en-US" altLang="ko-KR"/>
              <a:t>Nagle </a:t>
            </a:r>
            <a:r>
              <a:rPr lang="ko-KR" altLang="en-US"/>
              <a:t>알고리즘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/>
              <a:t>① 보낼 데이터가 </a:t>
            </a:r>
            <a:r>
              <a:rPr lang="en-US" altLang="ko-KR"/>
              <a:t>MSS(maximum segment size)</a:t>
            </a:r>
            <a:r>
              <a:rPr lang="ko-KR" altLang="en-US"/>
              <a:t>로 정의된 크기만큼 쌓이면</a:t>
            </a:r>
            <a:r>
              <a:rPr lang="en-US" altLang="ko-KR"/>
              <a:t>, </a:t>
            </a:r>
            <a:r>
              <a:rPr lang="ko-KR" altLang="en-US"/>
              <a:t>상대편에게 무조건 보냄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/>
              <a:t>② 보낼 데이터가 </a:t>
            </a:r>
            <a:r>
              <a:rPr lang="en-US" altLang="ko-KR"/>
              <a:t>MSS</a:t>
            </a:r>
            <a:r>
              <a:rPr lang="ko-KR" altLang="en-US"/>
              <a:t>보다 작을 경우</a:t>
            </a:r>
            <a:r>
              <a:rPr lang="en-US" altLang="ko-KR"/>
              <a:t>, </a:t>
            </a:r>
            <a:r>
              <a:rPr lang="ko-KR" altLang="en-US"/>
              <a:t>이전에 보낸 데이터에 대한 </a:t>
            </a:r>
            <a:r>
              <a:rPr lang="en-US" altLang="ko-KR"/>
              <a:t>ACK</a:t>
            </a:r>
            <a:r>
              <a:rPr lang="ko-KR" altLang="en-US"/>
              <a:t>가 오기를 기다림</a:t>
            </a:r>
            <a:r>
              <a:rPr lang="en-US" altLang="ko-KR"/>
              <a:t>. ACK</a:t>
            </a:r>
            <a:r>
              <a:rPr lang="ko-KR" altLang="en-US"/>
              <a:t>가 도달하면 보낼 데이터가 </a:t>
            </a:r>
            <a:r>
              <a:rPr lang="en-US" altLang="ko-KR"/>
              <a:t>MSS</a:t>
            </a:r>
            <a:r>
              <a:rPr lang="ko-KR" altLang="en-US"/>
              <a:t>보다 작더라도 상대에게 보냄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바닥글 개체 틀 3">
            <a:extLst>
              <a:ext uri="{FF2B5EF4-FFF2-40B4-BE49-F238E27FC236}">
                <a16:creationId xmlns:a16="http://schemas.microsoft.com/office/drawing/2014/main" id="{CFA9C5C3-9093-B823-2D3A-05699ED377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AF6256C-FCAB-EFBF-3BF7-13D6B1121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Socket Option - IPPROTO_TCP </a:t>
            </a:r>
            <a:r>
              <a:rPr lang="ko-KR" altLang="en-US" sz="2400"/>
              <a:t>옵션 </a:t>
            </a:r>
            <a:r>
              <a:rPr lang="en-US" altLang="ko-KR" sz="2400"/>
              <a:t>(2/2)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A64747D-F098-FAA8-F827-1A3EB2624D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Nagle </a:t>
            </a:r>
            <a:r>
              <a:rPr lang="ko-KR" altLang="en-US"/>
              <a:t>알고리즘의 장단점</a:t>
            </a:r>
          </a:p>
          <a:p>
            <a:pPr lvl="1" eaLnBrk="1" hangingPunct="1"/>
            <a:r>
              <a:rPr lang="ko-KR" altLang="en-US"/>
              <a:t>장점</a:t>
            </a:r>
            <a:r>
              <a:rPr lang="en-US" altLang="ko-KR"/>
              <a:t>: </a:t>
            </a:r>
            <a:r>
              <a:rPr lang="ko-KR" altLang="en-US"/>
              <a:t>작은 패킷이 불필요하게 많이 생성되는 것을 미연에 방지함으로써 네트워크 트래픽을 감소시킴</a:t>
            </a:r>
          </a:p>
          <a:p>
            <a:pPr lvl="1" eaLnBrk="1" hangingPunct="1"/>
            <a:r>
              <a:rPr lang="ko-KR" altLang="en-US"/>
              <a:t>단점</a:t>
            </a:r>
            <a:r>
              <a:rPr lang="en-US" altLang="ko-KR"/>
              <a:t>: </a:t>
            </a:r>
            <a:r>
              <a:rPr lang="ko-KR" altLang="en-US"/>
              <a:t>데이터가 충분히 쌓일 때까지 또는 </a:t>
            </a:r>
            <a:r>
              <a:rPr lang="en-US" altLang="ko-KR"/>
              <a:t>ACK</a:t>
            </a:r>
            <a:r>
              <a:rPr lang="ko-KR" altLang="en-US"/>
              <a:t>가 도달할 때까지 대기하는 시간 때문에 애플리케이션의 반응 시간</a:t>
            </a:r>
            <a:r>
              <a:rPr lang="en-US" altLang="ko-KR"/>
              <a:t>(response time)</a:t>
            </a:r>
            <a:r>
              <a:rPr lang="ko-KR" altLang="en-US"/>
              <a:t>이 길어질 가능성이 있음</a:t>
            </a:r>
          </a:p>
          <a:p>
            <a:pPr lvl="1" eaLnBrk="1" hangingPunct="1"/>
            <a:endParaRPr lang="ko-KR" altLang="en-US"/>
          </a:p>
          <a:p>
            <a:pPr eaLnBrk="1" hangingPunct="1"/>
            <a:r>
              <a:rPr lang="ko-KR" altLang="en-US"/>
              <a:t>사용 예</a:t>
            </a:r>
          </a:p>
          <a:p>
            <a:pPr eaLnBrk="1" hangingPunct="1"/>
            <a:endParaRPr lang="en-US" altLang="ko-KR"/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3950F55A-9E35-C031-6038-9B0C0F6A6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4267200"/>
            <a:ext cx="7175500" cy="19812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400050"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defTabSz="4000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defTabSz="40005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defTabSz="40005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defTabSz="40005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BOOL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000" dirty="0">
                <a:solidFill>
                  <a:srgbClr val="CC33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Nagle </a:t>
            </a:r>
            <a:r>
              <a:rPr lang="ko-KR" altLang="en-US" sz="2000" dirty="0">
                <a:solidFill>
                  <a:srgbClr val="0099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알고리즘 작동 중지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(sock, IPPROTO_TCP, TCP_NODELAY,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(char *)&amp;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 sizeof(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optval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)) == SOCKET_ERROR)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err_quit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setsockopt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()");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3112</TotalTime>
  <Words>1997</Words>
  <Application>Microsoft Office PowerPoint</Application>
  <PresentationFormat>화면 슬라이드 쇼(4:3)</PresentationFormat>
  <Paragraphs>345</Paragraphs>
  <Slides>22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3" baseType="lpstr">
      <vt:lpstr>D2Coding</vt:lpstr>
      <vt:lpstr>HY견고딕</vt:lpstr>
      <vt:lpstr>Malgun Gothic Semilight</vt:lpstr>
      <vt:lpstr>가을체</vt:lpstr>
      <vt:lpstr>굴림</vt:lpstr>
      <vt:lpstr>나눔바른고딕</vt:lpstr>
      <vt:lpstr>Arial</vt:lpstr>
      <vt:lpstr>Times New Roman</vt:lpstr>
      <vt:lpstr>Wingdings</vt:lpstr>
      <vt:lpstr>기본 디자인</vt:lpstr>
      <vt:lpstr>Visio</vt:lpstr>
      <vt:lpstr>Network Programming - 15 네트워크 라이브러리 개요  afewhee@gmail.com</vt:lpstr>
      <vt:lpstr>0. 목차</vt:lpstr>
      <vt:lpstr>1. Network Library</vt:lpstr>
      <vt:lpstr>1. Network 추상 클래스</vt:lpstr>
      <vt:lpstr>2. Network Library - 기초 클래스</vt:lpstr>
      <vt:lpstr>2. Network Library - 기본 함수</vt:lpstr>
      <vt:lpstr>2. Network Library - 기본 함수</vt:lpstr>
      <vt:lpstr>3. Socket Option</vt:lpstr>
      <vt:lpstr> 3. Socket Option</vt:lpstr>
      <vt:lpstr>3. Socket Option</vt:lpstr>
      <vt:lpstr>3. Socket Option</vt:lpstr>
      <vt:lpstr>3. Socket Option</vt:lpstr>
      <vt:lpstr>3. Socket Option - SO_BROADCAST 옵션</vt:lpstr>
      <vt:lpstr>3. Socket Option - SO_DONTROUTE 옵션</vt:lpstr>
      <vt:lpstr>3. Socket Option - SO_KEEPALIVE 옵션</vt:lpstr>
      <vt:lpstr>3. Socket Option - SO_LINGER 옵션 (1/3)</vt:lpstr>
      <vt:lpstr>3. Socket Option - SO_LINGER 옵션 (2/3)</vt:lpstr>
      <vt:lpstr>3. Socket Option - SO_LINGER 옵션 (3/3)</vt:lpstr>
      <vt:lpstr>3. Socket Option - SO_SNDBUF, SO_RCVBUF 옵션</vt:lpstr>
      <vt:lpstr>3. Socket Option - SO_SNDTIMEO, SO_RCVTIMEO 옵션</vt:lpstr>
      <vt:lpstr>3. Socket Option - IPPROTO_TCP 옵션 (1/2)</vt:lpstr>
      <vt:lpstr>3. Socket Option - IPPROTO_TCP 옵션 (2/2)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KOREAIT</cp:lastModifiedBy>
  <cp:revision>176</cp:revision>
  <dcterms:created xsi:type="dcterms:W3CDTF">2003-11-30T16:03:20Z</dcterms:created>
  <dcterms:modified xsi:type="dcterms:W3CDTF">2026-05-13T02:08:51Z</dcterms:modified>
</cp:coreProperties>
</file>