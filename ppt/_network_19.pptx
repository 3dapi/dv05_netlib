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5" r:id="rId46"/>
    <p:sldId id="302" r:id="rId47"/>
    <p:sldId id="303" r:id="rId48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C"/>
    <a:srgbClr val="FF9900"/>
    <a:srgbClr val="CCCC00"/>
    <a:srgbClr val="66FF33"/>
    <a:srgbClr val="9900FF"/>
    <a:srgbClr val="FF33CC"/>
    <a:srgbClr val="003300"/>
    <a:srgbClr val="0080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7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77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A88D3AC-F88D-DCA0-3386-175A98D04A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97EF5D1-9489-216D-1711-8BEA3B0B50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DAC108B-3248-AAEB-FEB9-15D3888E98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A285E75-A20B-9E77-B212-EE0F3FE823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AFF40FF3-4AB4-F2A0-F5CE-C5CF048B53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2788A3B-C79B-B554-FD19-51E5534BE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E1F17537-23E5-4DE5-98DB-6E922DC7B1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BA1ABAE-82DC-748F-74EF-EB47AB72B2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3015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2A1B03-E6EF-1509-0E27-D5B545ECF9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179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A9E72B9-FCDD-9AAD-C7C9-D8CAFC259D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617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EEF43F0-ABB3-A623-05D2-6644680AA5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714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25E678-7D8B-35F1-6BC2-27AC2D1B4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B5FB5F-9879-FE8F-DE10-076DA540C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09EEC06-106C-0AC6-494C-D315AC1264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D82FD4F5-F8EC-1EAA-5042-2329980122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hink-async.com/as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EF4DEAFE-92C6-D447-A594-49DCC51FDA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F936D7EA-50A0-F4CE-9E2C-749AA3156C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- 19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2400" dirty="0"/>
              <a:t>Standalone </a:t>
            </a:r>
            <a:r>
              <a:rPr lang="en-US" altLang="ko-KR" sz="2400" dirty="0" err="1"/>
              <a:t>asio</a:t>
            </a:r>
            <a:r>
              <a:rPr lang="en-US" altLang="ko-KR" sz="2400" dirty="0"/>
              <a:t> </a:t>
            </a:r>
            <a:r>
              <a:rPr lang="ko-KR" altLang="en-US" sz="2400" dirty="0"/>
              <a:t>채팅 서버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32696-13CE-4399-AF6B-9F40A76F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2DC88B-BADD-4885-B160-5955E95DA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개발 환경 설정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채팅 서버 구조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채팅 서버 코드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채팅 클라이언트 코드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메시지 처리와 정리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B40114-16A1-4532-AE0C-0B70226DF4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68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4AAF2-3AFE-0648-1E24-6C2126B3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37F66-77E3-7A22-D1F0-F63AFDF05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Standalone </a:t>
            </a:r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기본 구조 이해</a:t>
            </a:r>
          </a:p>
          <a:p>
            <a:r>
              <a:rPr lang="en-US" altLang="ko-KR" dirty="0"/>
              <a:t>TCP </a:t>
            </a:r>
            <a:r>
              <a:rPr lang="ko-KR" altLang="en-US" dirty="0"/>
              <a:t>채팅 서버 </a:t>
            </a:r>
            <a:r>
              <a:rPr lang="en-US" altLang="ko-KR" dirty="0"/>
              <a:t>/ </a:t>
            </a:r>
            <a:r>
              <a:rPr lang="ko-KR" altLang="en-US" dirty="0"/>
              <a:t>클라이언트 실행</a:t>
            </a:r>
          </a:p>
          <a:p>
            <a:r>
              <a:rPr lang="en-US" altLang="ko-KR" dirty="0"/>
              <a:t>Winsock </a:t>
            </a:r>
            <a:r>
              <a:rPr lang="ko-KR" altLang="en-US" dirty="0"/>
              <a:t>코드와 </a:t>
            </a:r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코드 비교</a:t>
            </a:r>
          </a:p>
          <a:p>
            <a:r>
              <a:rPr lang="en-US" altLang="ko-KR" dirty="0"/>
              <a:t>C++ </a:t>
            </a:r>
            <a:r>
              <a:rPr lang="ko-KR" altLang="en-US" dirty="0"/>
              <a:t>객체 기반 소켓 처리 이해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E90EF-0941-2B4E-5B99-1F643CF66D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45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AB7D-0CBB-395A-A952-CB842125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7D8CF-36B9-9B02-5063-4ABC94B6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네트워크 코드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85A66-106E-0AA3-225D-769EE3C22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Winsock </a:t>
            </a:r>
            <a:r>
              <a:rPr lang="ko-KR" altLang="en-US" dirty="0"/>
              <a:t>→ </a:t>
            </a:r>
            <a:r>
              <a:rPr lang="en-US" altLang="ko-KR" dirty="0"/>
              <a:t>Windows </a:t>
            </a:r>
            <a:r>
              <a:rPr lang="ko-KR" altLang="en-US" dirty="0"/>
              <a:t>소켓 </a:t>
            </a:r>
            <a:r>
              <a:rPr lang="en-US" altLang="ko-KR" dirty="0"/>
              <a:t>API </a:t>
            </a:r>
            <a:r>
              <a:rPr lang="ko-KR" altLang="en-US" dirty="0"/>
              <a:t>직접 사용</a:t>
            </a:r>
          </a:p>
          <a:p>
            <a:endParaRPr lang="ko-KR" altLang="en-US" dirty="0"/>
          </a:p>
          <a:p>
            <a:r>
              <a:rPr lang="en-US" altLang="ko-KR" dirty="0"/>
              <a:t>IOCP </a:t>
            </a:r>
            <a:r>
              <a:rPr lang="ko-KR" altLang="en-US" dirty="0"/>
              <a:t>→ </a:t>
            </a:r>
            <a:r>
              <a:rPr lang="en-US" altLang="ko-KR" dirty="0"/>
              <a:t>Windows </a:t>
            </a:r>
            <a:r>
              <a:rPr lang="ko-KR" altLang="en-US" dirty="0"/>
              <a:t>고성능 비동기 </a:t>
            </a:r>
            <a:r>
              <a:rPr lang="en-US" altLang="ko-KR" dirty="0"/>
              <a:t>I/O </a:t>
            </a:r>
            <a:r>
              <a:rPr lang="ko-KR" altLang="en-US" dirty="0"/>
              <a:t>모델</a:t>
            </a:r>
          </a:p>
          <a:p>
            <a:endParaRPr lang="ko-KR" altLang="en-US" dirty="0"/>
          </a:p>
          <a:p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C++ </a:t>
            </a:r>
            <a:r>
              <a:rPr lang="ko-KR" altLang="en-US" dirty="0"/>
              <a:t>객체 기반 네트워크 라이브러리</a:t>
            </a:r>
          </a:p>
          <a:p>
            <a:endParaRPr lang="ko-KR" altLang="en-US" dirty="0"/>
          </a:p>
          <a:p>
            <a:r>
              <a:rPr lang="ko-KR" altLang="en-US" dirty="0"/>
              <a:t>동기식 </a:t>
            </a:r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/>
              <a:t>TCP </a:t>
            </a:r>
            <a:r>
              <a:rPr lang="ko-KR" altLang="en-US" dirty="0"/>
              <a:t>통신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B5CCBE-FE5F-3BC4-DF39-32C7D556C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074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7321-FBDC-3ED5-A0AC-9BEEE648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A8667-C783-D968-83EE-595A33DB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en-US" altLang="ko-KR" dirty="0" err="1"/>
              <a:t>asio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2DB83-FCEF-9797-A2F0-66F40F99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asio</a:t>
            </a:r>
            <a:endParaRPr lang="en-US" altLang="ko-KR" sz="2400" dirty="0"/>
          </a:p>
          <a:p>
            <a:pPr lvl="1"/>
            <a:r>
              <a:rPr lang="en-US" altLang="ko-KR" sz="2000" dirty="0"/>
              <a:t>Asynchronous Stream I/O</a:t>
            </a:r>
            <a:endParaRPr lang="ko-KR" altLang="en-US" sz="2000" dirty="0"/>
          </a:p>
          <a:p>
            <a:pPr lvl="1"/>
            <a:r>
              <a:rPr lang="en-US" altLang="ko-KR" sz="2000" dirty="0"/>
              <a:t>C++ </a:t>
            </a:r>
            <a:r>
              <a:rPr lang="ko-KR" altLang="en-US" sz="2000" dirty="0"/>
              <a:t>네트워크 </a:t>
            </a:r>
            <a:r>
              <a:rPr lang="en-US" altLang="ko-KR" sz="2000" dirty="0"/>
              <a:t>/ </a:t>
            </a:r>
            <a:r>
              <a:rPr lang="ko-KR" altLang="en-US" sz="2000" dirty="0"/>
              <a:t>비동기 </a:t>
            </a:r>
            <a:r>
              <a:rPr lang="en-US" altLang="ko-KR" sz="2000" dirty="0"/>
              <a:t>I/O </a:t>
            </a:r>
            <a:r>
              <a:rPr lang="ko-KR" altLang="en-US" sz="2000" dirty="0"/>
              <a:t>라이브러리</a:t>
            </a:r>
            <a:endParaRPr lang="en-US" altLang="ko-KR" sz="2000" dirty="0"/>
          </a:p>
          <a:p>
            <a:pPr lvl="1"/>
            <a:r>
              <a:rPr lang="ko-KR" altLang="en-US" sz="2000" dirty="0"/>
              <a:t>운영체제</a:t>
            </a:r>
            <a:r>
              <a:rPr lang="en-US" altLang="ko-KR" sz="2000" dirty="0"/>
              <a:t>(OS)</a:t>
            </a:r>
            <a:r>
              <a:rPr lang="ko-KR" altLang="en-US" sz="2000" dirty="0"/>
              <a:t>의 비동기 </a:t>
            </a:r>
            <a:r>
              <a:rPr lang="en-US" altLang="ko-KR" sz="2000" dirty="0"/>
              <a:t>I/O </a:t>
            </a:r>
            <a:r>
              <a:rPr lang="ko-KR" altLang="en-US" sz="2000" dirty="0"/>
              <a:t>메커니즘을 추상화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지원 기능</a:t>
            </a:r>
          </a:p>
          <a:p>
            <a:pPr lvl="1"/>
            <a:r>
              <a:rPr lang="en-US" altLang="ko-KR" sz="2000" dirty="0"/>
              <a:t>TCP / UDP</a:t>
            </a:r>
            <a:endParaRPr lang="ko-KR" altLang="en-US" sz="2000" dirty="0"/>
          </a:p>
          <a:p>
            <a:pPr lvl="1"/>
            <a:r>
              <a:rPr lang="en-US" altLang="ko-KR" sz="2000" dirty="0"/>
              <a:t>Timer</a:t>
            </a:r>
            <a:endParaRPr lang="ko-KR" altLang="en-US" sz="2000" dirty="0"/>
          </a:p>
          <a:p>
            <a:pPr lvl="1"/>
            <a:r>
              <a:rPr lang="en-US" altLang="ko-KR" sz="2000" dirty="0"/>
              <a:t>Serial Port</a:t>
            </a:r>
            <a:endParaRPr lang="ko-KR" altLang="en-US" sz="2000" dirty="0"/>
          </a:p>
          <a:p>
            <a:pPr lvl="1"/>
            <a:r>
              <a:rPr lang="ko-KR" altLang="en-US" sz="2000" dirty="0"/>
              <a:t>동기</a:t>
            </a:r>
            <a:r>
              <a:rPr lang="en-US" altLang="ko-KR" sz="2000" dirty="0"/>
              <a:t>, </a:t>
            </a:r>
            <a:r>
              <a:rPr lang="ko-KR" altLang="en-US" sz="2000" dirty="0"/>
              <a:t>비동기 </a:t>
            </a:r>
            <a:r>
              <a:rPr lang="en-US" altLang="ko-KR" sz="2000" dirty="0"/>
              <a:t>I/O</a:t>
            </a:r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특징</a:t>
            </a:r>
          </a:p>
          <a:p>
            <a:pPr lvl="1"/>
            <a:r>
              <a:rPr lang="en-US" altLang="ko-KR" sz="2000" dirty="0"/>
              <a:t>C++ </a:t>
            </a:r>
            <a:r>
              <a:rPr lang="ko-KR" altLang="en-US" sz="2000" dirty="0"/>
              <a:t>객체 기반</a:t>
            </a:r>
          </a:p>
          <a:p>
            <a:pPr lvl="1"/>
            <a:r>
              <a:rPr lang="ko-KR" altLang="en-US" sz="2000" dirty="0"/>
              <a:t>크로스 플랫폼 구조</a:t>
            </a:r>
          </a:p>
          <a:p>
            <a:pPr lvl="1"/>
            <a:r>
              <a:rPr lang="en-US" altLang="ko-KR" sz="2000" dirty="0" err="1"/>
              <a:t>boost.asio</a:t>
            </a:r>
            <a:r>
              <a:rPr lang="en-US" altLang="ko-KR" sz="2000" dirty="0"/>
              <a:t> / Standalone </a:t>
            </a:r>
            <a:r>
              <a:rPr lang="en-US" altLang="ko-KR" sz="2000" dirty="0" err="1"/>
              <a:t>asio</a:t>
            </a:r>
            <a:r>
              <a:rPr lang="en-US" altLang="ko-KR" sz="2000" dirty="0"/>
              <a:t> </a:t>
            </a:r>
            <a:r>
              <a:rPr lang="ko-KR" altLang="en-US" sz="2000" dirty="0"/>
              <a:t>제공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C455E0-5398-0AEA-8710-B2506A004D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604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78E1-099F-CC77-804F-4402C37F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BB97D-DBE6-26E0-6402-9DF57241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</a:t>
            </a:r>
            <a:r>
              <a:rPr lang="en-US" altLang="ko-KR" dirty="0" err="1"/>
              <a:t>boost.asio</a:t>
            </a:r>
            <a:r>
              <a:rPr lang="en-US" altLang="ko-KR" dirty="0"/>
              <a:t> / Standalone </a:t>
            </a:r>
            <a:r>
              <a:rPr lang="en-US" altLang="ko-KR" dirty="0" err="1"/>
              <a:t>asio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685D04-10D3-BFD1-8E50-16481125B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boost.asio</a:t>
            </a:r>
            <a:endParaRPr lang="en-US" altLang="ko-KR" dirty="0"/>
          </a:p>
          <a:p>
            <a:pPr lvl="1"/>
            <a:r>
              <a:rPr lang="en-US" altLang="ko-KR" dirty="0"/>
              <a:t>boost </a:t>
            </a:r>
            <a:r>
              <a:rPr lang="ko-KR" altLang="en-US" dirty="0"/>
              <a:t>라이브러리 포함 버전</a:t>
            </a:r>
          </a:p>
          <a:p>
            <a:pPr lvl="1"/>
            <a:r>
              <a:rPr lang="en-US" altLang="ko-KR" dirty="0"/>
              <a:t>namespace: boost::</a:t>
            </a:r>
            <a:r>
              <a:rPr lang="en-US" altLang="ko-KR" dirty="0" err="1"/>
              <a:t>asio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0070C0"/>
                </a:solidFill>
              </a:rPr>
              <a:t>include: &lt;boost/asio.hpp&gt;</a:t>
            </a:r>
          </a:p>
          <a:p>
            <a:endParaRPr lang="en-US" altLang="ko-KR" dirty="0"/>
          </a:p>
          <a:p>
            <a:r>
              <a:rPr lang="en-US" altLang="ko-KR" dirty="0"/>
              <a:t>Standalone </a:t>
            </a:r>
            <a:r>
              <a:rPr lang="en-US" altLang="ko-KR" dirty="0" err="1"/>
              <a:t>asio</a:t>
            </a:r>
            <a:endParaRPr lang="en-US" altLang="ko-KR" dirty="0"/>
          </a:p>
          <a:p>
            <a:pPr lvl="1"/>
            <a:r>
              <a:rPr lang="en-US" altLang="ko-KR" dirty="0"/>
              <a:t>boost </a:t>
            </a:r>
            <a:r>
              <a:rPr lang="ko-KR" altLang="en-US" dirty="0"/>
              <a:t>없이 사용 가능한 독립 버전</a:t>
            </a:r>
          </a:p>
          <a:p>
            <a:pPr lvl="1"/>
            <a:r>
              <a:rPr lang="en-US" altLang="ko-KR" dirty="0"/>
              <a:t>namespace:: </a:t>
            </a:r>
            <a:r>
              <a:rPr lang="en-US" altLang="ko-KR" dirty="0" err="1"/>
              <a:t>asio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C00000"/>
                </a:solidFill>
              </a:rPr>
              <a:t>include: &lt;asio.hpp&gt;</a:t>
            </a:r>
          </a:p>
          <a:p>
            <a:pPr lvl="1"/>
            <a:r>
              <a:rPr lang="ko-KR" altLang="en-US" dirty="0"/>
              <a:t>전처리기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C00000"/>
                </a:solidFill>
              </a:rPr>
              <a:t>ASIO_STANDALONE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001E68-46AA-C71C-B63C-A2B20E10A6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16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BDD6-0F30-7A64-9CC1-EF1A786A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7EF18-6A17-75DB-AD83-C261E32B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Winsock / </a:t>
            </a:r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1E635-B38E-BC5F-6396-111D8B74E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EECADE-FDDE-5E8B-5873-FE7E49D4B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368B3-CAA1-C6E0-1E87-85E806B3791F}"/>
              </a:ext>
            </a:extLst>
          </p:cNvPr>
          <p:cNvSpPr txBox="1"/>
          <p:nvPr/>
        </p:nvSpPr>
        <p:spPr>
          <a:xfrm>
            <a:off x="539750" y="638994"/>
            <a:ext cx="3927475" cy="523753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Winsock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WSAStartup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bind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listen</a:t>
            </a:r>
          </a:p>
          <a:p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accept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closesocket</a:t>
            </a:r>
            <a:endParaRPr lang="en-US" altLang="ko-KR" sz="2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WSACleanup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24A10-D621-D3C5-A3EC-762172928E5F}"/>
              </a:ext>
            </a:extLst>
          </p:cNvPr>
          <p:cNvSpPr txBox="1"/>
          <p:nvPr/>
        </p:nvSpPr>
        <p:spPr>
          <a:xfrm>
            <a:off x="4599409" y="638994"/>
            <a:ext cx="3927475" cy="523753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io_context</a:t>
            </a:r>
            <a:endParaRPr lang="en-US" altLang="ko-KR" sz="2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::acceptor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</a:t>
            </a:r>
          </a:p>
          <a:p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acceptor.accept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read_until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write()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socket.close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altLang="ko-KR" sz="2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1436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A4EF4-8D52-4D90-56AF-45F39AF7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4F9BA-22F3-0614-5749-323ED4BF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개발 환경 설정 </a:t>
            </a:r>
            <a:r>
              <a:rPr lang="en-US" altLang="ko-KR" dirty="0"/>
              <a:t>- </a:t>
            </a:r>
            <a:r>
              <a:rPr lang="ko-KR" altLang="en-US" dirty="0"/>
              <a:t>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7845A-8EAF-6D40-1308-A176F168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Standalone </a:t>
            </a:r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다운로드</a:t>
            </a:r>
          </a:p>
          <a:p>
            <a:pPr lvl="1"/>
            <a:r>
              <a:rPr lang="ko-KR" altLang="en-US" dirty="0"/>
              <a:t>공식 사이트</a:t>
            </a:r>
            <a:r>
              <a:rPr lang="en-US" altLang="ko-KR" dirty="0"/>
              <a:t>: </a:t>
            </a:r>
            <a:r>
              <a:rPr lang="en-US" altLang="ko-KR" u="sng" dirty="0">
                <a:hlinkClick r:id="rId2"/>
              </a:rPr>
              <a:t>https://think-async.com/asio/</a:t>
            </a:r>
            <a:r>
              <a:rPr lang="en-US" altLang="ko-KR" dirty="0"/>
              <a:t> </a:t>
            </a:r>
          </a:p>
          <a:p>
            <a:endParaRPr lang="en-US" altLang="ko-KR" dirty="0"/>
          </a:p>
          <a:p>
            <a:r>
              <a:rPr lang="ko-KR" altLang="en-US" dirty="0"/>
              <a:t>다운로드 위치</a:t>
            </a:r>
            <a:endParaRPr lang="en-US" altLang="ko-KR" dirty="0"/>
          </a:p>
          <a:p>
            <a:pPr lvl="1"/>
            <a:r>
              <a:rPr lang="en-US" altLang="ko-KR" dirty="0"/>
              <a:t>SourceForge</a:t>
            </a:r>
          </a:p>
          <a:p>
            <a:endParaRPr lang="en-US" altLang="ko-KR" dirty="0"/>
          </a:p>
          <a:p>
            <a:r>
              <a:rPr lang="ko-KR" altLang="en-US" dirty="0"/>
              <a:t>사용 파일</a:t>
            </a:r>
            <a:endParaRPr lang="en-US" altLang="ko-KR" dirty="0"/>
          </a:p>
          <a:p>
            <a:pPr lvl="1"/>
            <a:r>
              <a:rPr lang="en-US" altLang="ko-KR" dirty="0"/>
              <a:t>asio-1.36.0.zip</a:t>
            </a:r>
          </a:p>
          <a:p>
            <a:endParaRPr lang="en-US" altLang="ko-KR" dirty="0"/>
          </a:p>
          <a:p>
            <a:r>
              <a:rPr lang="ko-KR" altLang="en-US" dirty="0"/>
              <a:t>주의</a:t>
            </a:r>
          </a:p>
          <a:p>
            <a:pPr lvl="1"/>
            <a:r>
              <a:rPr lang="en-US" altLang="ko-KR" dirty="0"/>
              <a:t>boost_asio_1_36_0.zip </a:t>
            </a:r>
            <a:r>
              <a:rPr lang="ko-KR" altLang="en-US" dirty="0"/>
              <a:t>아님</a:t>
            </a:r>
          </a:p>
          <a:p>
            <a:pPr lvl="1"/>
            <a:r>
              <a:rPr lang="en-US" altLang="ko-KR" dirty="0"/>
              <a:t>asio-1.36.0.zip </a:t>
            </a:r>
            <a:r>
              <a:rPr lang="ko-KR" altLang="en-US" dirty="0"/>
              <a:t>사용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56358A-A89C-4F71-A122-76E24492DE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84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566F-7D9C-8DCF-64FE-DEF67644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9FA95-6647-E5C6-983F-91179482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Visual Studio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A5C87-C52A-DA72-7BB7-FA1C7513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C++ </a:t>
            </a:r>
            <a:r>
              <a:rPr lang="ko-KR" altLang="en-US" dirty="0"/>
              <a:t>언어 표준</a:t>
            </a:r>
          </a:p>
          <a:p>
            <a:pPr lvl="1"/>
            <a:r>
              <a:rPr lang="en-US" altLang="ko-KR" dirty="0"/>
              <a:t>ISO C++17 </a:t>
            </a:r>
            <a:r>
              <a:rPr lang="ko-KR" altLang="en-US" dirty="0"/>
              <a:t>표준 </a:t>
            </a:r>
            <a:r>
              <a:rPr lang="en-US" altLang="ko-KR" dirty="0"/>
              <a:t>(/</a:t>
            </a:r>
            <a:r>
              <a:rPr lang="en-US" altLang="ko-KR" dirty="0" err="1"/>
              <a:t>std:c</a:t>
            </a:r>
            <a:r>
              <a:rPr lang="en-US" altLang="ko-KR" dirty="0"/>
              <a:t>++17)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추가 포함 디렉터리</a:t>
            </a:r>
          </a:p>
          <a:p>
            <a:pPr lvl="1"/>
            <a:r>
              <a:rPr lang="en-US" altLang="ko-KR" dirty="0"/>
              <a:t>asio-1.36.0\include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전처리기 정의</a:t>
            </a:r>
          </a:p>
          <a:p>
            <a:pPr lvl="1"/>
            <a:r>
              <a:rPr lang="en-US" altLang="ko-KR" dirty="0"/>
              <a:t>ASIO_STANDALONE</a:t>
            </a:r>
          </a:p>
          <a:p>
            <a:pPr lvl="1"/>
            <a:r>
              <a:rPr lang="en-US" altLang="ko-KR" dirty="0"/>
              <a:t>_WIN32_WINNT=0x0A00</a:t>
            </a:r>
          </a:p>
          <a:p>
            <a:pPr lvl="1"/>
            <a:r>
              <a:rPr lang="en-US" altLang="ko-KR" dirty="0"/>
              <a:t>_CRT_SECURE_NO_WARNINGS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추가 라이브러리</a:t>
            </a:r>
          </a:p>
          <a:p>
            <a:pPr lvl="1"/>
            <a:r>
              <a:rPr lang="en-US" altLang="ko-KR" dirty="0"/>
              <a:t>ws2_32.lib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8A6AF7-EBD3-8E50-14BA-CE1177E64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396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F7D5-1D98-5BFE-AA9A-9C9C850C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C3E78-3D15-9CBF-CE7C-C2CBD73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기본 설정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C6AC77-6758-262F-7023-E61AF0D0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383A42"/>
                </a:solidFill>
                <a:latin typeface="+mn-ea"/>
              </a:rPr>
              <a:t>Standalone </a:t>
            </a:r>
            <a:r>
              <a:rPr lang="en-US" altLang="ko-KR" sz="2400" dirty="0" err="1">
                <a:solidFill>
                  <a:srgbClr val="383A42"/>
                </a:solidFill>
                <a:latin typeface="+mn-ea"/>
              </a:rPr>
              <a:t>asio</a:t>
            </a:r>
            <a:r>
              <a:rPr lang="en-US" altLang="ko-KR" sz="2400" dirty="0">
                <a:solidFill>
                  <a:srgbClr val="383A42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383A42"/>
                </a:solidFill>
                <a:latin typeface="+mn-ea"/>
              </a:rPr>
              <a:t>사용 지정    → </a:t>
            </a:r>
            <a:r>
              <a:rPr lang="en-US" altLang="ko-KR" sz="2400" dirty="0">
                <a:solidFill>
                  <a:srgbClr val="383A42"/>
                </a:solidFill>
                <a:latin typeface="+mn-ea"/>
                <a:ea typeface="+mn-ea"/>
              </a:rPr>
              <a:t>ASIO_STANDALONE</a:t>
            </a:r>
          </a:p>
          <a:p>
            <a:r>
              <a:rPr lang="en-US" altLang="ko-KR" sz="2400" dirty="0">
                <a:solidFill>
                  <a:srgbClr val="383A42"/>
                </a:solidFill>
                <a:latin typeface="+mn-ea"/>
              </a:rPr>
              <a:t>Windows API </a:t>
            </a:r>
            <a:r>
              <a:rPr lang="ko-KR" altLang="en-US" sz="2400" dirty="0">
                <a:solidFill>
                  <a:srgbClr val="383A42"/>
                </a:solidFill>
                <a:latin typeface="+mn-ea"/>
              </a:rPr>
              <a:t>대상 버전 지정 → </a:t>
            </a:r>
            <a:r>
              <a:rPr lang="en-US" altLang="ko-KR" sz="2400" dirty="0">
                <a:solidFill>
                  <a:srgbClr val="383A42"/>
                </a:solidFill>
                <a:latin typeface="+mn-ea"/>
                <a:ea typeface="+mn-ea"/>
              </a:rPr>
              <a:t>_WIN32_WINNT</a:t>
            </a:r>
          </a:p>
          <a:p>
            <a:r>
              <a:rPr lang="en-US" altLang="ko-KR" sz="2400" dirty="0">
                <a:solidFill>
                  <a:srgbClr val="383A42"/>
                </a:solidFill>
                <a:latin typeface="+mn-ea"/>
              </a:rPr>
              <a:t>Windows </a:t>
            </a:r>
            <a:r>
              <a:rPr lang="ko-KR" altLang="en-US" sz="2400" dirty="0">
                <a:solidFill>
                  <a:srgbClr val="383A42"/>
                </a:solidFill>
                <a:latin typeface="+mn-ea"/>
              </a:rPr>
              <a:t>소켓 라이브러리      → </a:t>
            </a:r>
            <a:r>
              <a:rPr lang="en-US" altLang="ko-KR" sz="2400" dirty="0">
                <a:solidFill>
                  <a:srgbClr val="383A42"/>
                </a:solidFill>
                <a:latin typeface="+mn-ea"/>
                <a:ea typeface="+mn-ea"/>
              </a:rPr>
              <a:t>ws2_32.lib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90B36E-6F70-18B1-0259-61EEBA277A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AFC1B-72D9-D73B-EB1B-B67D275814F5}"/>
              </a:ext>
            </a:extLst>
          </p:cNvPr>
          <p:cNvSpPr txBox="1"/>
          <p:nvPr/>
        </p:nvSpPr>
        <p:spPr>
          <a:xfrm>
            <a:off x="755576" y="2132856"/>
            <a:ext cx="7128792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altLang="ko-KR" b="1" dirty="0">
                <a:solidFill>
                  <a:srgbClr val="4078F2"/>
                </a:solidFill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_STANDALONE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_WIN32_WINNT 0x0A00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&lt;asio.hpp&gt;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comment(lib,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"ws2_32.lib"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AA5272-D3E5-4688-ABEA-595EA00CD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609" y="4861877"/>
            <a:ext cx="3537235" cy="11522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74FCE9-CD39-4F63-A04A-03216480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4" y="4861877"/>
            <a:ext cx="4527339" cy="116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7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83D5-DB24-19AC-1A2B-C88507D2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1E663-D6CE-9057-A736-B63B9024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채팅 서버 </a:t>
            </a:r>
            <a:r>
              <a:rPr lang="en-US" altLang="ko-KR" dirty="0"/>
              <a:t>/ </a:t>
            </a:r>
            <a:r>
              <a:rPr lang="ko-KR" altLang="en-US" dirty="0"/>
              <a:t>클라이언트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52EA0-4B78-B1CF-7852-D625D0B4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E38913-B2BC-3DF6-83FE-0FD8BCE02A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4E7BA-72A9-2CEC-5272-D0A04A1AA601}"/>
              </a:ext>
            </a:extLst>
          </p:cNvPr>
          <p:cNvSpPr txBox="1"/>
          <p:nvPr/>
        </p:nvSpPr>
        <p:spPr>
          <a:xfrm>
            <a:off x="683568" y="723701"/>
            <a:ext cx="6840760" cy="302154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접속 대기</a:t>
            </a:r>
            <a:b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목록 관리</a:t>
            </a:r>
            <a:b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클라이언트별 수신 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thread </a:t>
            </a: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생성</a:t>
            </a:r>
            <a:b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수신 메시지 전체 클라이언트 전송</a:t>
            </a:r>
            <a:endParaRPr lang="ko-KR" alt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ABC70-5D2D-A8A5-4BDE-E12F9AEBA761}"/>
              </a:ext>
            </a:extLst>
          </p:cNvPr>
          <p:cNvSpPr txBox="1"/>
          <p:nvPr/>
        </p:nvSpPr>
        <p:spPr>
          <a:xfrm>
            <a:off x="683568" y="3866643"/>
            <a:ext cx="6840760" cy="259065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216000" rIns="216000" bIns="216000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Client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서버 접속</a:t>
            </a:r>
            <a:b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사용자 입력 송신</a:t>
            </a:r>
            <a:b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서버 메시지 수신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66007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79BB-FAE3-715A-E364-233B2219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A627E-8717-0161-276B-1520D5FF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서버 주요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751321-0178-A05A-FB86-86FF02ED2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asio</a:t>
            </a:r>
            <a:r>
              <a:rPr lang="en-US" altLang="ko-KR" dirty="0"/>
              <a:t>::</a:t>
            </a:r>
            <a:r>
              <a:rPr lang="en-US" altLang="ko-KR" dirty="0" err="1"/>
              <a:t>io_context</a:t>
            </a:r>
            <a:r>
              <a:rPr lang="en-US" altLang="ko-KR" dirty="0"/>
              <a:t> </a:t>
            </a:r>
            <a:r>
              <a:rPr lang="ko-KR" altLang="en-US" dirty="0"/>
              <a:t>← </a:t>
            </a:r>
            <a:r>
              <a:rPr lang="en-US" altLang="ko-KR" dirty="0" err="1"/>
              <a:t>asio</a:t>
            </a:r>
            <a:r>
              <a:rPr lang="en-US" altLang="ko-KR" dirty="0"/>
              <a:t> I/O </a:t>
            </a:r>
            <a:r>
              <a:rPr lang="ko-KR" altLang="en-US" dirty="0"/>
              <a:t>작업 관리 객체</a:t>
            </a:r>
          </a:p>
          <a:p>
            <a:r>
              <a:rPr lang="en-US" altLang="ko-KR" dirty="0" err="1"/>
              <a:t>tcp</a:t>
            </a:r>
            <a:r>
              <a:rPr lang="en-US" altLang="ko-KR" dirty="0"/>
              <a:t>::acceptor      </a:t>
            </a:r>
            <a:r>
              <a:rPr lang="ko-KR" altLang="en-US" dirty="0"/>
              <a:t>← 클라이언트 접속 대기 객체</a:t>
            </a:r>
          </a:p>
          <a:p>
            <a:endParaRPr lang="ko-KR" altLang="en-US" dirty="0"/>
          </a:p>
          <a:p>
            <a:r>
              <a:rPr lang="en-US" altLang="ko-KR" dirty="0" err="1"/>
              <a:t>tcp</a:t>
            </a:r>
            <a:r>
              <a:rPr lang="en-US" altLang="ko-KR" dirty="0"/>
              <a:t>::socket   </a:t>
            </a:r>
            <a:r>
              <a:rPr lang="ko-KR" altLang="en-US" dirty="0"/>
              <a:t>← 클라이언트와 통신하는 </a:t>
            </a:r>
            <a:r>
              <a:rPr lang="en-US" altLang="ko-KR" dirty="0"/>
              <a:t>TCP </a:t>
            </a:r>
            <a:r>
              <a:rPr lang="ko-KR" altLang="en-US" dirty="0"/>
              <a:t>소켓</a:t>
            </a:r>
          </a:p>
          <a:p>
            <a:r>
              <a:rPr lang="en-US" altLang="ko-KR" dirty="0"/>
              <a:t>std::vector   </a:t>
            </a:r>
            <a:r>
              <a:rPr lang="ko-KR" altLang="en-US" dirty="0"/>
              <a:t>← 접속 클라이언트 목록</a:t>
            </a:r>
          </a:p>
          <a:p>
            <a:r>
              <a:rPr lang="en-US" altLang="ko-KR" dirty="0"/>
              <a:t>std::mutex   </a:t>
            </a:r>
            <a:r>
              <a:rPr lang="ko-KR" altLang="en-US" dirty="0"/>
              <a:t>← 클라이언트 목록 동시 접근 보호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4A9F14-9CD6-BF45-87BF-44CEBC226A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86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79B4-CE84-E16D-6BFC-9EF9F504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473E2-42C6-1C2B-E26D-75F795A28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클라이언트 주요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644A24-0525-B662-3347-B6A4FFC48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asio</a:t>
            </a:r>
            <a:r>
              <a:rPr lang="en-US" altLang="ko-KR" dirty="0"/>
              <a:t>::</a:t>
            </a:r>
            <a:r>
              <a:rPr lang="en-US" altLang="ko-KR" dirty="0" err="1"/>
              <a:t>io_context</a:t>
            </a:r>
            <a:r>
              <a:rPr lang="en-US" altLang="ko-KR" dirty="0"/>
              <a:t>  </a:t>
            </a:r>
            <a:r>
              <a:rPr lang="ko-KR" altLang="en-US" dirty="0"/>
              <a:t>← </a:t>
            </a:r>
            <a:r>
              <a:rPr lang="en-US" altLang="ko-KR" dirty="0" err="1"/>
              <a:t>asio</a:t>
            </a:r>
            <a:r>
              <a:rPr lang="en-US" altLang="ko-KR" dirty="0"/>
              <a:t> I/O </a:t>
            </a:r>
            <a:r>
              <a:rPr lang="ko-KR" altLang="en-US" dirty="0"/>
              <a:t>작업 관리 객체</a:t>
            </a:r>
          </a:p>
          <a:p>
            <a:r>
              <a:rPr lang="en-US" altLang="ko-KR" dirty="0" err="1"/>
              <a:t>tcp</a:t>
            </a:r>
            <a:r>
              <a:rPr lang="en-US" altLang="ko-KR" dirty="0"/>
              <a:t>::endpoint      </a:t>
            </a:r>
            <a:r>
              <a:rPr lang="ko-KR" altLang="en-US" dirty="0"/>
              <a:t>← 서버 </a:t>
            </a:r>
            <a:r>
              <a:rPr lang="en-US" altLang="ko-KR" dirty="0"/>
              <a:t>IP </a:t>
            </a:r>
            <a:r>
              <a:rPr lang="ko-KR" altLang="en-US" dirty="0"/>
              <a:t>주소와 포트 정보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 err="1"/>
              <a:t>tcp</a:t>
            </a:r>
            <a:r>
              <a:rPr lang="en-US" altLang="ko-KR" dirty="0"/>
              <a:t>::socket   </a:t>
            </a:r>
            <a:r>
              <a:rPr lang="ko-KR" altLang="en-US" dirty="0"/>
              <a:t>← 서버와 통신하는 </a:t>
            </a:r>
            <a:r>
              <a:rPr lang="en-US" altLang="ko-KR" dirty="0"/>
              <a:t>TCP </a:t>
            </a:r>
            <a:r>
              <a:rPr lang="ko-KR" altLang="en-US" dirty="0"/>
              <a:t>소켓</a:t>
            </a:r>
          </a:p>
          <a:p>
            <a:r>
              <a:rPr lang="en-US" altLang="ko-KR" dirty="0"/>
              <a:t>std::thread   </a:t>
            </a:r>
            <a:r>
              <a:rPr lang="ko-KR" altLang="en-US" dirty="0"/>
              <a:t>← 서버 메시지 수신 전용 </a:t>
            </a:r>
            <a:r>
              <a:rPr lang="en-US" altLang="ko-KR" dirty="0"/>
              <a:t>thread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D3FB70-3E2E-EA06-BF76-4A0A10EC0C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98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2FEC-2CF1-2AD4-644C-7EB56504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C215B-7D1B-016D-8076-160F5129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</a:t>
            </a:r>
            <a:r>
              <a:rPr lang="ko-KR" altLang="en-US" dirty="0"/>
              <a:t>서버 전체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B4FB7-7918-2373-E4B4-A293BFDE9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io_context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  <a:p>
            <a:r>
              <a:rPr lang="en-US" altLang="ko-KR" dirty="0"/>
              <a:t>acceptor </a:t>
            </a:r>
            <a:r>
              <a:rPr lang="ko-KR" altLang="en-US" dirty="0"/>
              <a:t>생성</a:t>
            </a:r>
          </a:p>
          <a:p>
            <a:r>
              <a:rPr lang="en-US" altLang="ko-KR" dirty="0"/>
              <a:t>socket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accept</a:t>
            </a:r>
            <a:r>
              <a:rPr lang="ko-KR" altLang="en-US" dirty="0"/>
              <a:t>로 접속 대기</a:t>
            </a:r>
          </a:p>
          <a:p>
            <a:r>
              <a:rPr lang="ko-KR" altLang="en-US" dirty="0"/>
              <a:t>클라이언트 목록 추가</a:t>
            </a:r>
          </a:p>
          <a:p>
            <a:r>
              <a:rPr lang="ko-KR" altLang="en-US" dirty="0"/>
              <a:t>클라이언트 </a:t>
            </a:r>
            <a:r>
              <a:rPr lang="en-US" altLang="ko-KR" dirty="0"/>
              <a:t>thread </a:t>
            </a:r>
            <a:r>
              <a:rPr lang="ko-KR" altLang="en-US" dirty="0"/>
              <a:t>생성</a:t>
            </a:r>
          </a:p>
          <a:p>
            <a:r>
              <a:rPr lang="en-US" altLang="ko-KR" dirty="0" err="1"/>
              <a:t>read_until</a:t>
            </a:r>
            <a:r>
              <a:rPr lang="ko-KR" altLang="en-US" dirty="0"/>
              <a:t>로 메시지 수신</a:t>
            </a:r>
          </a:p>
          <a:p>
            <a:r>
              <a:rPr lang="en-US" altLang="ko-KR" dirty="0"/>
              <a:t>Broadcast</a:t>
            </a:r>
            <a:r>
              <a:rPr lang="ko-KR" altLang="en-US" dirty="0"/>
              <a:t>로 전체 전송</a:t>
            </a:r>
          </a:p>
          <a:p>
            <a:endParaRPr lang="en-US" altLang="ko-KR" dirty="0"/>
          </a:p>
          <a:p>
            <a:r>
              <a:rPr lang="ko-KR" altLang="en-US" dirty="0"/>
              <a:t>종료 시 목록 제거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738B7E-3B06-747C-F96E-DC3353DA28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0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6B2A3-F724-24E4-97FE-FAD5C788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85B34-F415-DECB-3625-4CFBD2A4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3.5 </a:t>
            </a:r>
            <a:r>
              <a:rPr lang="ko-KR" altLang="en-US" dirty="0"/>
              <a:t>클라이언트 전체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DA903-B649-2D51-869B-1300A587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io_context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  <a:p>
            <a:r>
              <a:rPr lang="en-US" altLang="ko-KR" dirty="0" err="1"/>
              <a:t>socket,endpoint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connect</a:t>
            </a:r>
            <a:r>
              <a:rPr lang="ko-KR" altLang="en-US" dirty="0"/>
              <a:t>로 서버 접속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수신 </a:t>
            </a:r>
            <a:r>
              <a:rPr lang="en-US" altLang="ko-KR" dirty="0"/>
              <a:t>thread </a:t>
            </a:r>
            <a:r>
              <a:rPr lang="ko-KR" altLang="en-US" dirty="0"/>
              <a:t>생성</a:t>
            </a:r>
          </a:p>
          <a:p>
            <a:r>
              <a:rPr lang="ko-KR" altLang="en-US" dirty="0"/>
              <a:t>사용자 입력</a:t>
            </a:r>
          </a:p>
          <a:p>
            <a:r>
              <a:rPr lang="en-US" altLang="ko-KR" dirty="0"/>
              <a:t>write</a:t>
            </a:r>
            <a:r>
              <a:rPr lang="ko-KR" altLang="en-US" dirty="0"/>
              <a:t>로 서버 전송</a:t>
            </a:r>
          </a:p>
          <a:p>
            <a:r>
              <a:rPr lang="en-US" altLang="ko-KR" dirty="0" err="1"/>
              <a:t>read_until</a:t>
            </a:r>
            <a:r>
              <a:rPr lang="ko-KR" altLang="en-US" dirty="0"/>
              <a:t>로 서버 메시지 수신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B03DBA-9CF9-C49E-F66A-47439FADF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3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9FE2-4E51-32B8-33EF-331E4AA8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2C972-3545-434D-5531-909B9C39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서버 </a:t>
            </a:r>
            <a:r>
              <a:rPr lang="en-US" altLang="ko-KR" dirty="0"/>
              <a:t>include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311839-E4A2-40F6-AA1E-E7BE73D8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A617DE-CAE0-032B-0637-1CF64FF7CD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65D79-F0AD-33DE-F2B1-DF5B6C4FB0F4}"/>
              </a:ext>
            </a:extLst>
          </p:cNvPr>
          <p:cNvSpPr txBox="1"/>
          <p:nvPr/>
        </p:nvSpPr>
        <p:spPr>
          <a:xfrm>
            <a:off x="611560" y="692150"/>
            <a:ext cx="6480720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asio_STANDALONE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_WIN32_WINNT 0x0A00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&lt;asio.hpp&gt;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&lt;vector&gt;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&lt;string&gt;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&lt;thread&gt;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&lt;mutex&gt;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&lt;memory&gt;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&lt;algorithm&gt;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comment(lib,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"ws2_32.lib"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10890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1D39-DF0B-1CBC-B191-EB9A6E4F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72748-6BC3-49C6-698A-40DAAE97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서버 전역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68D-7C3D-3CF2-653E-11E0CA0F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E0FC6E-6099-9921-327D-17776BD5F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435BC1-FECC-53B9-9D5C-AE0A0116140A}"/>
              </a:ext>
            </a:extLst>
          </p:cNvPr>
          <p:cNvSpPr txBox="1"/>
          <p:nvPr/>
        </p:nvSpPr>
        <p:spPr>
          <a:xfrm>
            <a:off x="539749" y="692150"/>
            <a:ext cx="8208963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접속 중인 클라이언트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socket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목록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::socket&gt;&gt;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여러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sz="20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g_clients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접근 보호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::mutex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g_clientsMutex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thread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함수에서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socket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생명 주기 유지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14729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BEAE1-1739-6E11-71FD-F231C79C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A2E7D-4459-22EF-6179-F69C71F6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서버 </a:t>
            </a:r>
            <a:r>
              <a:rPr lang="en-US" altLang="ko-KR" dirty="0"/>
              <a:t>main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FF38D-50B4-729E-3176-78E5FBC1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E9C75D-5EBC-0E73-FF9B-5486DB8535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5894A-210F-A30F-26DF-70D82A9809BB}"/>
              </a:ext>
            </a:extLst>
          </p:cNvPr>
          <p:cNvSpPr txBox="1"/>
          <p:nvPr/>
        </p:nvSpPr>
        <p:spPr>
          <a:xfrm>
            <a:off x="611560" y="692150"/>
            <a:ext cx="7848872" cy="61247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::acceptor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acceptor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::endpoint(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::v4(), </a:t>
            </a:r>
            <a:r>
              <a:rPr lang="en-US" altLang="ko-KR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60000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"Chat Server Start\n"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"Port: 9000\n"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socket =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::socket&gt;(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acceptor.accept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(*socket);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::mutex&gt; lock(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g_clientsMutex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g_clients.push_back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(socket);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::thread(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WorkClient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socket).detach();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::exception&amp; e)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"Server Error: 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e.what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65231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D032-6419-D3D6-06B9-EF76B9F8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DC6CD-E129-7A16-8F38-FF115818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en-US" altLang="ko-KR" dirty="0" err="1"/>
              <a:t>asio</a:t>
            </a:r>
            <a:r>
              <a:rPr lang="en-US" altLang="ko-KR" dirty="0"/>
              <a:t>::</a:t>
            </a:r>
            <a:r>
              <a:rPr lang="en-US" altLang="ko-KR" dirty="0" err="1"/>
              <a:t>io_context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E4EDC-D663-AA87-4ECC-FE6B65391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 err="1">
                <a:solidFill>
                  <a:srgbClr val="383A42"/>
                </a:solidFill>
                <a:latin typeface="+mn-ea"/>
                <a:ea typeface="+mn-ea"/>
              </a:rPr>
              <a:t>asio</a:t>
            </a:r>
            <a:r>
              <a:rPr lang="en-US" altLang="ko-KR" dirty="0">
                <a:solidFill>
                  <a:srgbClr val="383A42"/>
                </a:solidFill>
                <a:latin typeface="+mn-ea"/>
                <a:ea typeface="+mn-ea"/>
              </a:rPr>
              <a:t>::</a:t>
            </a:r>
            <a:r>
              <a:rPr lang="en-US" altLang="ko-KR" dirty="0" err="1">
                <a:solidFill>
                  <a:srgbClr val="383A42"/>
                </a:solidFill>
                <a:latin typeface="+mn-ea"/>
                <a:ea typeface="+mn-ea"/>
              </a:rPr>
              <a:t>io_context</a:t>
            </a:r>
            <a:r>
              <a:rPr lang="en-US" altLang="ko-KR" dirty="0">
                <a:solidFill>
                  <a:srgbClr val="383A42"/>
                </a:solidFill>
                <a:latin typeface="+mn-ea"/>
                <a:ea typeface="+mn-ea"/>
              </a:rPr>
              <a:t> </a:t>
            </a:r>
            <a:r>
              <a:rPr lang="ko-KR" altLang="en-US" dirty="0">
                <a:solidFill>
                  <a:srgbClr val="383A42"/>
                </a:solidFill>
                <a:latin typeface="+mn-ea"/>
                <a:ea typeface="+mn-ea"/>
              </a:rPr>
              <a:t>→ </a:t>
            </a:r>
            <a:r>
              <a:rPr lang="en-US" altLang="ko-KR" dirty="0">
                <a:latin typeface="+mn-ea"/>
                <a:ea typeface="+mn-ea"/>
              </a:rPr>
              <a:t>I/O </a:t>
            </a:r>
            <a:r>
              <a:rPr lang="ko-KR" altLang="en-US" dirty="0">
                <a:latin typeface="+mn-ea"/>
                <a:ea typeface="+mn-ea"/>
              </a:rPr>
              <a:t>작업 관리 객체</a:t>
            </a:r>
          </a:p>
          <a:p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역할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socket </a:t>
            </a:r>
            <a:r>
              <a:rPr lang="ko-KR" altLang="en-US" dirty="0">
                <a:latin typeface="+mn-ea"/>
                <a:ea typeface="+mn-ea"/>
              </a:rPr>
              <a:t>생성 기준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acceptor </a:t>
            </a:r>
            <a:r>
              <a:rPr lang="ko-KR" altLang="en-US" dirty="0">
                <a:latin typeface="+mn-ea"/>
                <a:ea typeface="+mn-ea"/>
              </a:rPr>
              <a:t>생성 기준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I/O </a:t>
            </a:r>
            <a:r>
              <a:rPr lang="ko-KR" altLang="en-US" dirty="0">
                <a:latin typeface="+mn-ea"/>
                <a:ea typeface="+mn-ea"/>
              </a:rPr>
              <a:t>작업 관리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0BB500-FF41-2265-8901-4C646CEE97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BBDDC-82E3-4447-68DC-D898ECDF5496}"/>
              </a:ext>
            </a:extLst>
          </p:cNvPr>
          <p:cNvSpPr txBox="1"/>
          <p:nvPr/>
        </p:nvSpPr>
        <p:spPr>
          <a:xfrm>
            <a:off x="539750" y="706636"/>
            <a:ext cx="5976466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io_context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64725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473-5AE0-2154-7532-4AA23784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FF4F8-5762-76AE-1C08-FC01EAD99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acceptor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C8DCBD-0B1D-10BE-05D4-007C8E0C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>
                <a:solidFill>
                  <a:srgbClr val="383A42"/>
                </a:solidFill>
                <a:latin typeface="+mn-ea"/>
                <a:ea typeface="+mn-ea"/>
              </a:rPr>
              <a:t>tcp</a:t>
            </a:r>
            <a:r>
              <a:rPr lang="en-US" altLang="ko-KR" dirty="0">
                <a:solidFill>
                  <a:srgbClr val="383A42"/>
                </a:solidFill>
                <a:latin typeface="+mn-ea"/>
                <a:ea typeface="+mn-ea"/>
              </a:rPr>
              <a:t>::acceptor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서버 소켓 역할</a:t>
            </a: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tcp</a:t>
            </a:r>
            <a:r>
              <a:rPr lang="en-US" altLang="ko-KR" dirty="0">
                <a:latin typeface="+mn-ea"/>
                <a:ea typeface="+mn-ea"/>
              </a:rPr>
              <a:t>::v4() </a:t>
            </a:r>
            <a:r>
              <a:rPr lang="ko-KR" altLang="en-US" dirty="0">
                <a:latin typeface="+mn-ea"/>
                <a:ea typeface="+mn-ea"/>
              </a:rPr>
              <a:t>← </a:t>
            </a:r>
            <a:r>
              <a:rPr lang="en-US" altLang="ko-KR" dirty="0">
                <a:latin typeface="+mn-ea"/>
                <a:ea typeface="+mn-ea"/>
              </a:rPr>
              <a:t>IPv4 </a:t>
            </a:r>
            <a:r>
              <a:rPr lang="ko-KR" altLang="en-US" dirty="0">
                <a:latin typeface="+mn-ea"/>
                <a:ea typeface="+mn-ea"/>
              </a:rPr>
              <a:t>사용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9000 </a:t>
            </a:r>
            <a:r>
              <a:rPr lang="ko-KR" altLang="en-US" dirty="0">
                <a:latin typeface="+mn-ea"/>
                <a:ea typeface="+mn-ea"/>
              </a:rPr>
              <a:t>← 서버 포트 번호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endParaRPr lang="ko-KR" altLang="en-US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Winsock </a:t>
            </a:r>
            <a:r>
              <a:rPr lang="ko-KR" altLang="en-US" dirty="0">
                <a:latin typeface="+mn-ea"/>
                <a:ea typeface="+mn-ea"/>
              </a:rPr>
              <a:t>대응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socket </a:t>
            </a:r>
            <a:r>
              <a:rPr lang="ko-KR" altLang="en-US" dirty="0">
                <a:latin typeface="+mn-ea"/>
                <a:ea typeface="+mn-ea"/>
              </a:rPr>
              <a:t>→ </a:t>
            </a:r>
            <a:r>
              <a:rPr lang="en-US" altLang="ko-KR" dirty="0">
                <a:latin typeface="+mn-ea"/>
                <a:ea typeface="+mn-ea"/>
              </a:rPr>
              <a:t>bind  </a:t>
            </a:r>
            <a:r>
              <a:rPr lang="ko-KR" altLang="en-US" dirty="0">
                <a:latin typeface="+mn-ea"/>
                <a:ea typeface="+mn-ea"/>
              </a:rPr>
              <a:t>→ </a:t>
            </a:r>
            <a:r>
              <a:rPr lang="en-US" altLang="ko-KR" dirty="0">
                <a:latin typeface="+mn-ea"/>
                <a:ea typeface="+mn-ea"/>
              </a:rPr>
              <a:t>listen</a:t>
            </a:r>
            <a:br>
              <a:rPr lang="ko-KR" altLang="en-US" dirty="0">
                <a:latin typeface="+mn-ea"/>
                <a:ea typeface="+mn-ea"/>
              </a:rPr>
            </a:b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BCF780-6D73-A159-3CA6-A6285FE317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CA676-81BB-46FE-F6E2-588F5231C4A3}"/>
              </a:ext>
            </a:extLst>
          </p:cNvPr>
          <p:cNvSpPr txBox="1"/>
          <p:nvPr/>
        </p:nvSpPr>
        <p:spPr>
          <a:xfrm>
            <a:off x="539750" y="764704"/>
            <a:ext cx="7704658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::acceptor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acceptor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::endpoint(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::v4(), 60000)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37712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8D36-237C-5110-749B-27BFB71B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D1D65-5477-A752-F942-66D0F7A1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4.6 </a:t>
            </a:r>
            <a:r>
              <a:rPr lang="ko-KR" altLang="en-US" dirty="0"/>
              <a:t>접속 대기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D1FC2F-B838-0A92-C7A5-9A820ECEA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클라이언트 접속까지 대기</a:t>
            </a:r>
          </a:p>
          <a:p>
            <a:pPr lvl="1"/>
            <a:endParaRPr lang="ko-KR" altLang="en-US" dirty="0"/>
          </a:p>
          <a:p>
            <a:r>
              <a:rPr lang="ko-KR" altLang="en-US" dirty="0"/>
              <a:t>접속 성공</a:t>
            </a:r>
          </a:p>
          <a:p>
            <a:pPr lvl="1"/>
            <a:r>
              <a:rPr lang="en-US" altLang="ko-KR" dirty="0"/>
              <a:t>socket </a:t>
            </a:r>
            <a:r>
              <a:rPr lang="ko-KR" altLang="en-US" dirty="0"/>
              <a:t>객체에 연결 정보 저장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동기식 함수</a:t>
            </a:r>
          </a:p>
          <a:p>
            <a:pPr lvl="1"/>
            <a:r>
              <a:rPr lang="ko-KR" altLang="en-US" dirty="0"/>
              <a:t>접속 전까지 다음 코드 진행 없음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87C664-045A-F481-20C2-EED65DB2D7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8B71C-4D2D-1511-B0E5-1ED07096CD13}"/>
              </a:ext>
            </a:extLst>
          </p:cNvPr>
          <p:cNvSpPr txBox="1"/>
          <p:nvPr/>
        </p:nvSpPr>
        <p:spPr>
          <a:xfrm>
            <a:off x="545852" y="711597"/>
            <a:ext cx="7410524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socket = 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::socket&gt;(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acceptor.accept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(*socket);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acceptor.accept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95660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011F-D8C1-C2F2-74AF-ACA6BE08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2BF0D-31F2-7E24-7248-BD31A783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4.7 </a:t>
            </a:r>
            <a:r>
              <a:rPr lang="ko-KR" altLang="en-US" dirty="0"/>
              <a:t>클라이언트 목록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4E799-34D5-5487-034B-9D503D5D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접속 클라이언트 저장 → </a:t>
            </a:r>
            <a:r>
              <a:rPr lang="en-US" altLang="ko-KR" dirty="0" err="1"/>
              <a:t>g_clients</a:t>
            </a:r>
            <a:endParaRPr lang="ko-KR" altLang="en-US" dirty="0"/>
          </a:p>
          <a:p>
            <a:r>
              <a:rPr lang="en-US" altLang="ko-KR" dirty="0" err="1"/>
              <a:t>lock_guard</a:t>
            </a:r>
            <a:r>
              <a:rPr lang="en-US" altLang="ko-KR" dirty="0"/>
              <a:t> </a:t>
            </a:r>
            <a:r>
              <a:rPr lang="ko-KR" altLang="en-US" dirty="0"/>
              <a:t>← 동기화</a:t>
            </a:r>
            <a:r>
              <a:rPr lang="en-US" altLang="ko-KR" dirty="0"/>
              <a:t>. </a:t>
            </a:r>
            <a:r>
              <a:rPr lang="ko-KR" altLang="en-US" dirty="0"/>
              <a:t>함수 블록 동안 </a:t>
            </a:r>
            <a:r>
              <a:rPr lang="en-US" altLang="ko-KR" dirty="0"/>
              <a:t>mutex </a:t>
            </a:r>
            <a:r>
              <a:rPr lang="ko-KR" altLang="en-US" dirty="0"/>
              <a:t>잠금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2D045B-EB61-63C2-595E-725EC63662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84AF9-AD28-0615-6B3A-7A481C3CAC21}"/>
              </a:ext>
            </a:extLst>
          </p:cNvPr>
          <p:cNvSpPr txBox="1"/>
          <p:nvPr/>
        </p:nvSpPr>
        <p:spPr>
          <a:xfrm>
            <a:off x="539750" y="711597"/>
            <a:ext cx="806450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::mutex&gt; lock(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g_clientsMutex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g_clients.push_back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(socket);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47800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4CCC-DC7B-3835-A804-86389445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D77C0-09CE-0F50-3877-CC113152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4.8 </a:t>
            </a:r>
            <a:r>
              <a:rPr lang="ko-KR" altLang="en-US" dirty="0"/>
              <a:t>클라이언트 </a:t>
            </a:r>
            <a:r>
              <a:rPr lang="en-US" altLang="ko-KR" dirty="0"/>
              <a:t>thread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161BE-2EAF-79CC-C9D7-AA1D4FCFC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클라이언트 </a:t>
            </a:r>
            <a:r>
              <a:rPr lang="en-US" altLang="ko-KR" dirty="0"/>
              <a:t>thread </a:t>
            </a:r>
            <a:r>
              <a:rPr lang="ko-KR" altLang="en-US" dirty="0"/>
              <a:t>← 클라이언트 </a:t>
            </a:r>
            <a:r>
              <a:rPr lang="en-US" altLang="ko-KR" dirty="0"/>
              <a:t>1</a:t>
            </a:r>
            <a:r>
              <a:rPr lang="ko-KR" altLang="en-US" dirty="0"/>
              <a:t>명당 </a:t>
            </a:r>
            <a:r>
              <a:rPr lang="en-US" altLang="ko-KR" dirty="0"/>
              <a:t>thread 1</a:t>
            </a:r>
            <a:r>
              <a:rPr lang="ko-KR" altLang="en-US" dirty="0"/>
              <a:t>개</a:t>
            </a:r>
          </a:p>
          <a:p>
            <a:r>
              <a:rPr lang="en-US" altLang="ko-KR" dirty="0"/>
              <a:t>main thread </a:t>
            </a:r>
            <a:r>
              <a:rPr lang="ko-KR" altLang="en-US" dirty="0"/>
              <a:t>← </a:t>
            </a:r>
            <a:r>
              <a:rPr lang="en-US" altLang="ko-KR" dirty="0"/>
              <a:t>accept </a:t>
            </a:r>
            <a:r>
              <a:rPr lang="ko-KR" altLang="en-US" dirty="0"/>
              <a:t>반복</a:t>
            </a:r>
          </a:p>
          <a:p>
            <a:r>
              <a:rPr lang="en-US" altLang="ko-KR" dirty="0"/>
              <a:t>client thread </a:t>
            </a:r>
            <a:r>
              <a:rPr lang="ko-KR" altLang="en-US" dirty="0"/>
              <a:t>← 해당 클라이언트 메시지 수신 처리</a:t>
            </a:r>
          </a:p>
          <a:p>
            <a:r>
              <a:rPr lang="en-US" altLang="ko-KR" dirty="0"/>
              <a:t>Detach </a:t>
            </a:r>
            <a:r>
              <a:rPr lang="ko-KR" altLang="en-US" dirty="0"/>
              <a:t>← </a:t>
            </a:r>
            <a:r>
              <a:rPr lang="en-US" altLang="ko-KR" dirty="0"/>
              <a:t>thread </a:t>
            </a:r>
            <a:r>
              <a:rPr lang="ko-KR" altLang="en-US" dirty="0"/>
              <a:t>독립 실행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B5959F-E19F-2F3D-DAC1-51EC02949A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FCEBE-D6F4-A23F-5AE0-6AA185D012B4}"/>
              </a:ext>
            </a:extLst>
          </p:cNvPr>
          <p:cNvSpPr txBox="1"/>
          <p:nvPr/>
        </p:nvSpPr>
        <p:spPr>
          <a:xfrm>
            <a:off x="539750" y="908720"/>
            <a:ext cx="7416626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::thread(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WorkClient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socket).detach();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18054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2022F-33DE-F512-EF38-3E3857EF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497BD-AFFC-3C9B-9C76-0D8792ED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4.9 </a:t>
            </a:r>
            <a:r>
              <a:rPr lang="en-US" altLang="ko-KR" dirty="0" err="1"/>
              <a:t>WorkClient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4D0A6-AF9E-C0D9-10AD-80D8FE59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2F70D3-4B77-36CD-6CCE-26A407E4EB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1DCDA-1D01-6DD8-4429-CCAD7086D1EB}"/>
              </a:ext>
            </a:extLst>
          </p:cNvPr>
          <p:cNvSpPr txBox="1"/>
          <p:nvPr/>
        </p:nvSpPr>
        <p:spPr>
          <a:xfrm>
            <a:off x="539750" y="692150"/>
            <a:ext cx="7920682" cy="62478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WorkClient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::socket&gt; socket)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Broadcast(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"[System] Client joined.\n"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streambuf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read_until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(*socket, buffer,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(&amp;buffer);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message;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(is, message);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(message ==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"/quit"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sendMessage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"[Client] 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message +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sendMessage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Broadcast(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sendMessage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::exception&amp; e)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"Client disconnected: 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e.what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RemoveClient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(socket);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Broadcast(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"[System] Client left.\n"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06406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379B6-CCB3-C00A-3F8B-8474B59C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78E58-DD2A-48F7-6471-9D01DDAA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4.10 </a:t>
            </a:r>
            <a:r>
              <a:rPr lang="ko-KR" altLang="en-US"/>
              <a:t>수신 버퍼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DC34E-0E66-7EA8-C0D5-FAF8209CE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asio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::</a:t>
            </a:r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streambuf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asio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수신 버퍼</a:t>
            </a: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read_until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사용 시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구분자까지 받은 데이터 저장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endParaRPr lang="ko-KR" altLang="en-US" dirty="0">
              <a:latin typeface="+mn-ea"/>
              <a:ea typeface="+mn-ea"/>
            </a:endParaRPr>
          </a:p>
          <a:p>
            <a:pPr lvl="1"/>
            <a:r>
              <a:rPr lang="en-US" altLang="ko-KR" dirty="0" err="1">
                <a:latin typeface="+mn-ea"/>
                <a:ea typeface="+mn-ea"/>
              </a:rPr>
              <a:t>istream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연결 가능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std::</a:t>
            </a:r>
            <a:r>
              <a:rPr lang="en-US" altLang="ko-KR" dirty="0" err="1">
                <a:latin typeface="+mn-ea"/>
                <a:ea typeface="+mn-ea"/>
              </a:rPr>
              <a:t>getline</a:t>
            </a:r>
            <a:r>
              <a:rPr lang="ko-KR" altLang="en-US" dirty="0">
                <a:latin typeface="+mn-ea"/>
                <a:ea typeface="+mn-ea"/>
              </a:rPr>
              <a:t>으로 문자열 추출 가능</a:t>
            </a:r>
            <a:br>
              <a:rPr lang="ko-KR" altLang="en-US" dirty="0">
                <a:latin typeface="+mn-ea"/>
                <a:ea typeface="+mn-ea"/>
              </a:rPr>
            </a:b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1A6B29-3BB2-9401-37F5-3B7281741E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0E31B-7341-D486-D770-F1342AB7160F}"/>
              </a:ext>
            </a:extLst>
          </p:cNvPr>
          <p:cNvSpPr txBox="1"/>
          <p:nvPr/>
        </p:nvSpPr>
        <p:spPr>
          <a:xfrm>
            <a:off x="539750" y="692150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streambuf</a:t>
            </a:r>
            <a:r>
              <a:rPr lang="en-US" altLang="ko-KR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buffer;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82584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A075-25A9-D029-C10A-DB33E8AE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D3563-FCA9-ADB3-FCA4-724FAC3F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4.11 </a:t>
            </a:r>
            <a:r>
              <a:rPr lang="ko-KR" altLang="en-US" dirty="0"/>
              <a:t>메시지 수신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FA4234-F3AB-F099-C964-8B0015E1A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read_until</a:t>
            </a:r>
            <a:endParaRPr lang="ko-KR" altLang="en-US" dirty="0"/>
          </a:p>
          <a:p>
            <a:pPr lvl="1"/>
            <a:r>
              <a:rPr lang="ko-KR" altLang="en-US" dirty="0"/>
              <a:t>지정 문자까지 데이터 수신</a:t>
            </a:r>
          </a:p>
          <a:p>
            <a:endParaRPr lang="en-US" altLang="ko-KR" dirty="0"/>
          </a:p>
          <a:p>
            <a:r>
              <a:rPr lang="ko-KR" altLang="en-US" dirty="0"/>
              <a:t>예제 </a:t>
            </a:r>
            <a:r>
              <a:rPr lang="ko-KR" altLang="en-US" dirty="0" err="1"/>
              <a:t>구분자</a:t>
            </a:r>
            <a:endParaRPr lang="ko-KR" altLang="en-US" dirty="0"/>
          </a:p>
          <a:p>
            <a:pPr lvl="1"/>
            <a:r>
              <a:rPr lang="en-US" altLang="ko-KR" dirty="0"/>
              <a:t>'\n'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주의</a:t>
            </a:r>
          </a:p>
          <a:p>
            <a:pPr lvl="1"/>
            <a:r>
              <a:rPr lang="en-US" altLang="ko-KR" dirty="0"/>
              <a:t>TCP</a:t>
            </a:r>
            <a:r>
              <a:rPr lang="ko-KR" altLang="en-US" dirty="0"/>
              <a:t>는 메시지 단위 없음</a:t>
            </a:r>
          </a:p>
          <a:p>
            <a:pPr lvl="1"/>
            <a:r>
              <a:rPr lang="ko-KR" altLang="en-US" dirty="0"/>
              <a:t>문자열 끝 </a:t>
            </a:r>
            <a:r>
              <a:rPr lang="ko-KR" altLang="en-US" dirty="0" err="1"/>
              <a:t>구분자</a:t>
            </a:r>
            <a:r>
              <a:rPr lang="ko-KR" altLang="en-US" dirty="0"/>
              <a:t>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5AFF33-8B56-AB5C-DED9-822D6CBA1E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FE7F17-BDEC-CAA8-7C95-9DF55040F47F}"/>
              </a:ext>
            </a:extLst>
          </p:cNvPr>
          <p:cNvSpPr txBox="1"/>
          <p:nvPr/>
        </p:nvSpPr>
        <p:spPr>
          <a:xfrm>
            <a:off x="539750" y="698252"/>
            <a:ext cx="7056586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read_until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(*socket, buffer,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74270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030B-A273-C65D-33AA-6E5AC193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194BA-F3F3-4D89-C4DF-2D7166FC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4.12 </a:t>
            </a:r>
            <a:r>
              <a:rPr lang="ko-KR" altLang="en-US" dirty="0"/>
              <a:t>메시지 추출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D8C76-CBB7-B165-4BAB-F3DBBAAB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streambuf</a:t>
            </a:r>
            <a:r>
              <a:rPr lang="en-US" altLang="ko-KR" dirty="0"/>
              <a:t>   </a:t>
            </a:r>
            <a:r>
              <a:rPr lang="ko-KR" altLang="en-US" dirty="0"/>
              <a:t>← 수신 데이터 저장</a:t>
            </a:r>
          </a:p>
          <a:p>
            <a:r>
              <a:rPr lang="en-US" altLang="ko-KR" dirty="0" err="1"/>
              <a:t>istream</a:t>
            </a:r>
            <a:r>
              <a:rPr lang="en-US" altLang="ko-KR" dirty="0"/>
              <a:t>         </a:t>
            </a:r>
            <a:r>
              <a:rPr lang="ko-KR" altLang="en-US" dirty="0"/>
              <a:t>← </a:t>
            </a:r>
            <a:r>
              <a:rPr lang="en-US" altLang="ko-KR" dirty="0" err="1"/>
              <a:t>streambuf</a:t>
            </a:r>
            <a:r>
              <a:rPr lang="ko-KR" altLang="en-US" dirty="0"/>
              <a:t>에서 문자열 읽기</a:t>
            </a:r>
          </a:p>
          <a:p>
            <a:r>
              <a:rPr lang="en-US" altLang="ko-KR" dirty="0" err="1"/>
              <a:t>getline</a:t>
            </a:r>
            <a:r>
              <a:rPr lang="en-US" altLang="ko-KR" dirty="0"/>
              <a:t>          </a:t>
            </a:r>
            <a:r>
              <a:rPr lang="ko-KR" altLang="en-US" dirty="0"/>
              <a:t>← </a:t>
            </a:r>
            <a:r>
              <a:rPr lang="en-US" altLang="ko-KR" dirty="0"/>
              <a:t>'\n' </a:t>
            </a:r>
            <a:r>
              <a:rPr lang="ko-KR" altLang="en-US" dirty="0"/>
              <a:t>전까지 한 줄 추출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75BC9C-5D9B-C7C0-7E9D-F43753FD1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A5DAC-ACFB-FE84-C78A-7CBE46679ED1}"/>
              </a:ext>
            </a:extLst>
          </p:cNvPr>
          <p:cNvSpPr txBox="1"/>
          <p:nvPr/>
        </p:nvSpPr>
        <p:spPr>
          <a:xfrm>
            <a:off x="539750" y="715392"/>
            <a:ext cx="6192490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(&amp;buffer);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message;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(is, message);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79870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987D-3EF9-6668-A3AF-A76EC41A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0FFE2-0C7E-7A1B-36CC-7B5FF636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4.14 </a:t>
            </a:r>
            <a:r>
              <a:rPr lang="en-US" altLang="ko-KR" dirty="0" err="1"/>
              <a:t>RemoveClient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34F152-680F-F6C7-EF9C-51D4784E5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클라이언트 </a:t>
            </a:r>
            <a:r>
              <a:rPr lang="en-US" altLang="ko-KR" dirty="0"/>
              <a:t>socket </a:t>
            </a:r>
            <a:r>
              <a:rPr lang="ko-KR" altLang="en-US" dirty="0"/>
              <a:t>검색</a:t>
            </a:r>
          </a:p>
          <a:p>
            <a:r>
              <a:rPr lang="ko-KR" altLang="en-US" dirty="0"/>
              <a:t>열려 있으면 </a:t>
            </a:r>
            <a:r>
              <a:rPr lang="en-US" altLang="ko-KR" dirty="0"/>
              <a:t>close</a:t>
            </a:r>
            <a:endParaRPr lang="ko-KR" altLang="en-US" dirty="0"/>
          </a:p>
          <a:p>
            <a:r>
              <a:rPr lang="en-US" altLang="ko-KR" dirty="0" err="1"/>
              <a:t>g_clients</a:t>
            </a:r>
            <a:r>
              <a:rPr lang="ko-KR" altLang="en-US" dirty="0"/>
              <a:t>에서 제거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A0A008-FACD-B6FB-3E00-1CCB6ED1CC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FA269E-63D7-BFE6-EB6A-B57AF1E60DB7}"/>
              </a:ext>
            </a:extLst>
          </p:cNvPr>
          <p:cNvSpPr txBox="1"/>
          <p:nvPr/>
        </p:nvSpPr>
        <p:spPr>
          <a:xfrm>
            <a:off x="395536" y="2492752"/>
            <a:ext cx="7920682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RemoveClient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::socket&gt; socket)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::mutex&gt; lock(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g_clientsMutex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it =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::find(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g_clients.begin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g_clients.end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(), socket);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(it !=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g_clients.end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((*it)-&gt;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(*it)-&gt;close();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g_clients.erase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411433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0C07-58FC-0129-B528-246D007A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69D74-5EF7-CE64-D7C2-517109D5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클라이언트 </a:t>
            </a:r>
            <a:r>
              <a:rPr lang="en-US" altLang="ko-KR" dirty="0"/>
              <a:t>include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C1A8FC-9CE0-F4C1-E0A4-4F6DAFB5C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BAE8D6-7BA8-AF81-0124-578E3D89B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88C0E-C648-CAEE-B108-5CAE98CB64A3}"/>
              </a:ext>
            </a:extLst>
          </p:cNvPr>
          <p:cNvSpPr txBox="1"/>
          <p:nvPr/>
        </p:nvSpPr>
        <p:spPr>
          <a:xfrm>
            <a:off x="539750" y="619126"/>
            <a:ext cx="7416626" cy="415498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asio_STANDALONE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_WIN32_WINNT 0x0A00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&lt;asio.hpp&gt;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&lt;string&gt;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&lt;thread&gt;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#pragma comment(lib, 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"ws2_32.lib"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86586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7038-E303-5E8E-0FB0-C0F65738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1539F-AA05-7C28-7601-24F671F8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클라이언트 </a:t>
            </a:r>
            <a:r>
              <a:rPr lang="en-US" altLang="ko-KR" dirty="0"/>
              <a:t>main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AA291-F082-6E94-1777-242A671A1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1687A6-E2E1-04FE-F769-78CE07D359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D0DB1-24E7-EDAF-53E2-51DBCFE421E7}"/>
              </a:ext>
            </a:extLst>
          </p:cNvPr>
          <p:cNvSpPr txBox="1"/>
          <p:nvPr/>
        </p:nvSpPr>
        <p:spPr>
          <a:xfrm>
            <a:off x="611560" y="692150"/>
            <a:ext cx="7704856" cy="61863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::endpoint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make_address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"127.0.0.1"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60000);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socket.connect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(endpoint);</a:t>
            </a:r>
          </a:p>
          <a:p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"Connected to server.\n"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"Input message. /quit to exit.\n"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::thread </a:t>
            </a:r>
            <a:r>
              <a:rPr lang="en-US" altLang="ko-KR" sz="12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recvThread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ReceiveThread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&amp;socket);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message;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message);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message +=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::write(socket,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::buffer(message));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(message ==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"/quit\n"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socket.close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recvThread.joinable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recvThread.join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::exception&amp; e)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2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"Client Error: 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e.what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93142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9CA09-16A3-D38A-9082-CE69335EF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8177E-27F8-376A-84B8-AB9F795D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클라이언트 </a:t>
            </a:r>
            <a:r>
              <a:rPr lang="en-US" altLang="ko-KR" dirty="0"/>
              <a:t>socket </a:t>
            </a:r>
            <a:r>
              <a:rPr lang="ko-KR" altLang="en-US" dirty="0"/>
              <a:t>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C4E304-4A61-DD84-BBA8-ECD53094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tcp</a:t>
            </a:r>
            <a:r>
              <a:rPr lang="en-US" altLang="ko-KR" dirty="0"/>
              <a:t>::socket</a:t>
            </a:r>
            <a:endParaRPr lang="ko-KR" altLang="en-US" dirty="0"/>
          </a:p>
          <a:p>
            <a:pPr lvl="1"/>
            <a:r>
              <a:rPr lang="ko-KR" altLang="en-US" dirty="0"/>
              <a:t>서버와 통신하는 객체</a:t>
            </a:r>
          </a:p>
          <a:p>
            <a:endParaRPr lang="ko-KR" altLang="en-US" dirty="0"/>
          </a:p>
          <a:p>
            <a:r>
              <a:rPr lang="ko-KR" altLang="en-US" dirty="0"/>
              <a:t>클라이언트 역할</a:t>
            </a:r>
          </a:p>
          <a:p>
            <a:pPr lvl="1"/>
            <a:r>
              <a:rPr lang="ko-KR" altLang="en-US" dirty="0"/>
              <a:t>서버 접속</a:t>
            </a:r>
          </a:p>
          <a:p>
            <a:pPr lvl="1"/>
            <a:r>
              <a:rPr lang="ko-KR" altLang="en-US" dirty="0"/>
              <a:t>메시지 송신</a:t>
            </a:r>
          </a:p>
          <a:p>
            <a:pPr lvl="1"/>
            <a:r>
              <a:rPr lang="ko-KR" altLang="en-US" dirty="0"/>
              <a:t>메시지 수신</a:t>
            </a:r>
          </a:p>
          <a:p>
            <a:pPr lvl="1"/>
            <a:r>
              <a:rPr lang="ko-KR" altLang="en-US" dirty="0"/>
              <a:t>연결 종료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C2B17E-4B19-6E89-DD58-8A68D98A2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8AD72-0BF7-3C3E-BA6A-277F83806351}"/>
              </a:ext>
            </a:extLst>
          </p:cNvPr>
          <p:cNvSpPr txBox="1"/>
          <p:nvPr/>
        </p:nvSpPr>
        <p:spPr>
          <a:xfrm>
            <a:off x="539750" y="725795"/>
            <a:ext cx="6624538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ioContext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04566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3326-7A4A-09D9-D18F-24AFC6FF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CA3B4-E652-A560-EF76-1EDCB3E9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</a:t>
            </a:r>
            <a:r>
              <a:rPr lang="ko-KR" altLang="en-US" dirty="0"/>
              <a:t>서버 주소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57FCC0-3B57-64E9-AAAE-3206BF598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endpoint</a:t>
            </a:r>
            <a:endParaRPr lang="ko-KR" altLang="en-US" dirty="0"/>
          </a:p>
          <a:p>
            <a:pPr lvl="1"/>
            <a:r>
              <a:rPr lang="ko-KR" altLang="en-US" dirty="0"/>
              <a:t>서버 주소 정보 설정</a:t>
            </a:r>
            <a:endParaRPr lang="en-US" altLang="ko-KR" dirty="0"/>
          </a:p>
          <a:p>
            <a:pPr lvl="1"/>
            <a:r>
              <a:rPr lang="en-US" altLang="ko-KR" dirty="0"/>
              <a:t>IP </a:t>
            </a:r>
            <a:r>
              <a:rPr lang="ko-KR" altLang="en-US" dirty="0"/>
              <a:t>주소 </a:t>
            </a:r>
            <a:r>
              <a:rPr lang="en-US" altLang="ko-KR" dirty="0"/>
              <a:t>+ Port </a:t>
            </a:r>
            <a:r>
              <a:rPr lang="ko-KR" altLang="en-US" dirty="0"/>
              <a:t>번호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F7FA60-0036-97C4-DD60-C0E879D79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7CB67-48E2-E7D0-996E-F2FA5E74BA26}"/>
              </a:ext>
            </a:extLst>
          </p:cNvPr>
          <p:cNvSpPr txBox="1"/>
          <p:nvPr/>
        </p:nvSpPr>
        <p:spPr>
          <a:xfrm>
            <a:off x="539750" y="836712"/>
            <a:ext cx="8568754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::endpoint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make_address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"127.0.0.1"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60000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36550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BF2A-FE8B-4DA2-D89A-86421DBD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6FCD-0684-9EFA-1D65-68B2B5AF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5.5 </a:t>
            </a:r>
            <a:r>
              <a:rPr lang="ko-KR" altLang="en-US" dirty="0"/>
              <a:t>서버 접속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1C802-4E18-0783-A0F5-7E8F6CFFE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connect</a:t>
            </a:r>
            <a:endParaRPr lang="ko-KR" altLang="en-US" dirty="0"/>
          </a:p>
          <a:p>
            <a:pPr lvl="1"/>
            <a:r>
              <a:rPr lang="ko-KR" altLang="en-US" dirty="0"/>
              <a:t>서버 접속 요청</a:t>
            </a:r>
          </a:p>
          <a:p>
            <a:pPr lvl="1"/>
            <a:r>
              <a:rPr lang="ko-KR" altLang="en-US" dirty="0"/>
              <a:t>동기식 함수</a:t>
            </a:r>
          </a:p>
          <a:p>
            <a:pPr lvl="1"/>
            <a:r>
              <a:rPr lang="ko-KR" altLang="en-US" dirty="0"/>
              <a:t>접속 성공 또는 실패까지 대기</a:t>
            </a:r>
          </a:p>
          <a:p>
            <a:pPr lvl="1"/>
            <a:r>
              <a:rPr lang="en-US" altLang="ko-KR" dirty="0"/>
              <a:t>Winsock </a:t>
            </a:r>
            <a:r>
              <a:rPr lang="ko-KR" altLang="en-US" dirty="0"/>
              <a:t>대응 </a:t>
            </a:r>
            <a:r>
              <a:rPr lang="en-US" altLang="ko-KR" dirty="0"/>
              <a:t>connect </a:t>
            </a:r>
            <a:r>
              <a:rPr lang="ko-KR" altLang="en-US" dirty="0"/>
              <a:t>함수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1A78D8-138C-36F0-E79E-3ABFE4A0B3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16D2C-1196-2936-C18B-686E4B937B3D}"/>
              </a:ext>
            </a:extLst>
          </p:cNvPr>
          <p:cNvSpPr txBox="1"/>
          <p:nvPr/>
        </p:nvSpPr>
        <p:spPr>
          <a:xfrm>
            <a:off x="543643" y="708505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socket.connect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(endpoint);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92830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B271-3C4A-102D-9508-2C86506E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99D74-A33E-C3FB-026A-9F13D40C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5.6 </a:t>
            </a:r>
            <a:r>
              <a:rPr lang="ko-KR" altLang="en-US" dirty="0"/>
              <a:t>클라이언트 수신 </a:t>
            </a:r>
            <a:r>
              <a:rPr lang="en-US" altLang="ko-KR" dirty="0"/>
              <a:t>thread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2F4AC-BE91-0EAC-04A5-A91AC10D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수신 </a:t>
            </a:r>
            <a:r>
              <a:rPr lang="en-US" altLang="ko-KR" dirty="0"/>
              <a:t>thread</a:t>
            </a:r>
            <a:endParaRPr lang="ko-KR" altLang="en-US" dirty="0"/>
          </a:p>
          <a:p>
            <a:pPr lvl="1"/>
            <a:r>
              <a:rPr lang="ko-KR" altLang="en-US" dirty="0"/>
              <a:t>서버 메시지 수신 전용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main thread: </a:t>
            </a:r>
            <a:r>
              <a:rPr lang="ko-KR" altLang="en-US" dirty="0"/>
              <a:t>송신</a:t>
            </a:r>
          </a:p>
          <a:p>
            <a:pPr lvl="1"/>
            <a:r>
              <a:rPr lang="en-US" altLang="ko-KR" dirty="0"/>
              <a:t>receive thread: </a:t>
            </a:r>
            <a:r>
              <a:rPr lang="ko-KR" altLang="en-US" dirty="0"/>
              <a:t>수신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FC76DA-B72F-810B-EE98-CFDA090916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2FF16-FABA-EA67-5595-285C88C99349}"/>
              </a:ext>
            </a:extLst>
          </p:cNvPr>
          <p:cNvSpPr txBox="1"/>
          <p:nvPr/>
        </p:nvSpPr>
        <p:spPr>
          <a:xfrm>
            <a:off x="539749" y="836712"/>
            <a:ext cx="8208963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::thread </a:t>
            </a:r>
            <a:r>
              <a:rPr lang="en-US" altLang="ko-KR" sz="2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recvThread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ReceiveThread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&amp;socket);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35435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00D4-E674-1A04-3692-768A873B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6D470-187C-92FB-4E46-1C350A8D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en-US" altLang="ko-KR" dirty="0" err="1"/>
              <a:t>ReceiveThread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30496-772C-806B-230B-7D4F5251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6EDAD1-34E3-8DEA-D27B-DF3E9D538C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AAEF9-CC49-F47F-37D9-0F113750478F}"/>
              </a:ext>
            </a:extLst>
          </p:cNvPr>
          <p:cNvSpPr txBox="1"/>
          <p:nvPr/>
        </p:nvSpPr>
        <p:spPr>
          <a:xfrm>
            <a:off x="539750" y="717857"/>
            <a:ext cx="7920682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ReceiveThread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::socket* socket)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try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streambuf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buffer;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read_until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(*socket, buffer,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(&amp;buffer);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message;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(is, message);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message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::exception&amp; e)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"Disconnected from server: 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e.what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3767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EADE-586C-139D-39CA-7E067F90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81AF4-4CF8-0C45-F942-AA82FE6E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5.8 </a:t>
            </a:r>
            <a:r>
              <a:rPr lang="ko-KR" altLang="en-US" dirty="0"/>
              <a:t>클라이언트 수신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57F487-C1FE-C6DE-4F25-25CEDC748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read_until</a:t>
            </a:r>
            <a:endParaRPr lang="ko-KR" altLang="en-US" dirty="0"/>
          </a:p>
          <a:p>
            <a:pPr lvl="1"/>
            <a:r>
              <a:rPr lang="ko-KR" altLang="en-US" dirty="0"/>
              <a:t>서버 메시지 수신</a:t>
            </a:r>
            <a:endParaRPr lang="ko-KR" altLang="en-US" sz="2800" dirty="0"/>
          </a:p>
          <a:p>
            <a:endParaRPr lang="en-US" altLang="ko-KR" dirty="0"/>
          </a:p>
          <a:p>
            <a:r>
              <a:rPr lang="en-US" altLang="ko-KR" dirty="0" err="1"/>
              <a:t>getline</a:t>
            </a:r>
            <a:endParaRPr lang="ko-KR" altLang="en-US" dirty="0"/>
          </a:p>
          <a:p>
            <a:pPr lvl="1"/>
            <a:r>
              <a:rPr lang="ko-KR" altLang="en-US" dirty="0"/>
              <a:t>한 줄 메시지 추출</a:t>
            </a:r>
            <a:endParaRPr lang="en-US" altLang="ko-KR" sz="2800" dirty="0"/>
          </a:p>
          <a:p>
            <a:endParaRPr lang="en-US" altLang="ko-KR" dirty="0"/>
          </a:p>
          <a:p>
            <a:r>
              <a:rPr lang="ko-KR" altLang="en-US" dirty="0"/>
              <a:t>화면 출력</a:t>
            </a:r>
          </a:p>
          <a:p>
            <a:endParaRPr lang="en-US" altLang="ko-KR" dirty="0"/>
          </a:p>
          <a:p>
            <a:r>
              <a:rPr lang="ko-KR" altLang="en-US" dirty="0"/>
              <a:t>예외 발생</a:t>
            </a:r>
          </a:p>
          <a:p>
            <a:r>
              <a:rPr lang="ko-KR" altLang="en-US" dirty="0"/>
              <a:t>서버 종료</a:t>
            </a:r>
          </a:p>
          <a:p>
            <a:r>
              <a:rPr lang="ko-KR" altLang="en-US" dirty="0"/>
              <a:t>연결 끊김</a:t>
            </a:r>
          </a:p>
          <a:p>
            <a:r>
              <a:rPr lang="en-US" altLang="ko-KR" dirty="0"/>
              <a:t>socket close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267114-E08C-4813-F58B-F65E18CC1E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6168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97FE-4979-FE0E-E331-BDD5081C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24D70-6AED-77B1-A158-81C1B68F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5.9 </a:t>
            </a:r>
            <a:r>
              <a:rPr lang="ko-KR" altLang="en-US" dirty="0"/>
              <a:t>클라이언트 송신 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1F50B-F790-C445-D056-DDD660C46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D34526-9DF0-F02D-4411-9E104712B4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7036C-E936-C893-B989-9DFE9E5D6F1A}"/>
              </a:ext>
            </a:extLst>
          </p:cNvPr>
          <p:cNvSpPr txBox="1"/>
          <p:nvPr/>
        </p:nvSpPr>
        <p:spPr>
          <a:xfrm>
            <a:off x="611560" y="692150"/>
            <a:ext cx="8208590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message;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message);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message +=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::write(socket,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::buffer(message));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(message ==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"/quit\n"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81444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5207-F061-F31F-91CB-B64C8C99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CC87A-F176-5C18-7E32-D476A8C8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5.10 </a:t>
            </a:r>
            <a:r>
              <a:rPr lang="ko-KR" altLang="en-US" dirty="0"/>
              <a:t>클라이언트 송신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62F5E-7E4A-6E16-4389-07D433DEB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 입력</a:t>
            </a:r>
          </a:p>
          <a:p>
            <a:pPr lvl="1"/>
            <a:r>
              <a:rPr lang="en-US" altLang="ko-KR" dirty="0"/>
              <a:t>std::</a:t>
            </a:r>
            <a:r>
              <a:rPr lang="en-US" altLang="ko-KR" dirty="0" err="1"/>
              <a:t>getline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메시지 끝 </a:t>
            </a:r>
            <a:r>
              <a:rPr lang="en-US" altLang="ko-KR" dirty="0"/>
              <a:t>'\n' </a:t>
            </a:r>
            <a:r>
              <a:rPr lang="ko-KR" altLang="en-US" dirty="0"/>
              <a:t>추가</a:t>
            </a:r>
          </a:p>
          <a:p>
            <a:endParaRPr lang="ko-KR" altLang="en-US" dirty="0"/>
          </a:p>
          <a:p>
            <a:r>
              <a:rPr lang="ko-KR" altLang="en-US" dirty="0"/>
              <a:t>서버 송신</a:t>
            </a:r>
          </a:p>
          <a:p>
            <a:pPr lvl="1"/>
            <a:r>
              <a:rPr lang="en-US" altLang="ko-KR" dirty="0" err="1"/>
              <a:t>asio</a:t>
            </a:r>
            <a:r>
              <a:rPr lang="en-US" altLang="ko-KR" dirty="0"/>
              <a:t>::write</a:t>
            </a:r>
            <a:endParaRPr lang="ko-KR" altLang="en-US" dirty="0"/>
          </a:p>
          <a:p>
            <a:endParaRPr lang="en-US" altLang="ko-KR" dirty="0"/>
          </a:p>
          <a:p>
            <a:r>
              <a:rPr lang="ko-KR" altLang="en-US" dirty="0"/>
              <a:t>종료 확인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0DFA29-EC57-5F26-8F65-02A1094F98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6494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7339-B085-070A-F0D9-0E2461CE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FD3F4-3FDA-0390-4F31-E46D9D79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5.11 socket </a:t>
            </a:r>
            <a:r>
              <a:rPr lang="ko-KR" altLang="en-US" dirty="0"/>
              <a:t>종료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97AFB4-6685-1C59-6941-40AAAA8C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dirty="0"/>
          </a:p>
          <a:p>
            <a:r>
              <a:rPr lang="en-US" altLang="ko-KR" dirty="0" err="1"/>
              <a:t>socket.close</a:t>
            </a:r>
            <a:endParaRPr lang="en-US" altLang="ko-KR" dirty="0"/>
          </a:p>
          <a:p>
            <a:pPr lvl="1"/>
            <a:r>
              <a:rPr lang="ko-KR" altLang="en-US" dirty="0"/>
              <a:t>서버와 연결 종료</a:t>
            </a:r>
          </a:p>
          <a:p>
            <a:r>
              <a:rPr lang="en-US" altLang="ko-KR" dirty="0"/>
              <a:t>join</a:t>
            </a:r>
          </a:p>
          <a:p>
            <a:pPr lvl="1"/>
            <a:r>
              <a:rPr lang="ko-KR" altLang="en-US" dirty="0"/>
              <a:t>수신 </a:t>
            </a:r>
            <a:r>
              <a:rPr lang="en-US" altLang="ko-KR" dirty="0"/>
              <a:t>thread </a:t>
            </a:r>
            <a:r>
              <a:rPr lang="ko-KR" altLang="en-US" dirty="0"/>
              <a:t>종료 대기</a:t>
            </a:r>
          </a:p>
          <a:p>
            <a:r>
              <a:rPr lang="ko-KR" altLang="en-US" dirty="0"/>
              <a:t>주의</a:t>
            </a:r>
          </a:p>
          <a:p>
            <a:pPr lvl="1"/>
            <a:r>
              <a:rPr lang="ko-KR" altLang="en-US" dirty="0"/>
              <a:t>수신 </a:t>
            </a:r>
            <a:r>
              <a:rPr lang="en-US" altLang="ko-KR" dirty="0"/>
              <a:t>thread</a:t>
            </a:r>
            <a:r>
              <a:rPr lang="ko-KR" altLang="en-US" dirty="0"/>
              <a:t>가 </a:t>
            </a:r>
            <a:r>
              <a:rPr lang="en-US" altLang="ko-KR" dirty="0" err="1"/>
              <a:t>read_until</a:t>
            </a:r>
            <a:r>
              <a:rPr lang="en-US" altLang="ko-KR" dirty="0"/>
              <a:t> </a:t>
            </a:r>
            <a:r>
              <a:rPr lang="ko-KR" altLang="en-US" dirty="0"/>
              <a:t>대기 중이면</a:t>
            </a:r>
          </a:p>
          <a:p>
            <a:pPr lvl="1"/>
            <a:r>
              <a:rPr lang="en-US" altLang="ko-KR" dirty="0"/>
              <a:t>socket close </a:t>
            </a:r>
            <a:r>
              <a:rPr lang="ko-KR" altLang="en-US" dirty="0"/>
              <a:t>후 예외 발생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816A1E-8918-FCDF-F834-5E496E05CF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29BAE-C5EB-F426-2890-E8BD6C1C39A6}"/>
              </a:ext>
            </a:extLst>
          </p:cNvPr>
          <p:cNvSpPr txBox="1"/>
          <p:nvPr/>
        </p:nvSpPr>
        <p:spPr>
          <a:xfrm>
            <a:off x="539749" y="692150"/>
            <a:ext cx="7992691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socket.close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recvThread.joinable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recvThread.join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537863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9331-6E36-6E65-F95A-BC5C3787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CCE4F-1116-A4AC-08F9-166CF9E3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메시지 처리와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F51B0D-D9BD-2868-579B-9344EAAA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메시지 경계</a:t>
            </a:r>
          </a:p>
          <a:p>
            <a:r>
              <a:rPr lang="en-US" altLang="ko-KR" dirty="0"/>
              <a:t>TCP</a:t>
            </a:r>
            <a:endParaRPr lang="ko-KR" altLang="en-US" dirty="0"/>
          </a:p>
          <a:p>
            <a:pPr lvl="1"/>
            <a:r>
              <a:rPr lang="ko-KR" altLang="en-US" dirty="0"/>
              <a:t>바이트 스트림</a:t>
            </a:r>
          </a:p>
          <a:p>
            <a:endParaRPr lang="en-US" altLang="ko-KR" dirty="0"/>
          </a:p>
          <a:p>
            <a:r>
              <a:rPr lang="ko-KR" altLang="en-US" dirty="0"/>
              <a:t>문제</a:t>
            </a:r>
          </a:p>
          <a:p>
            <a:pPr lvl="1"/>
            <a:r>
              <a:rPr lang="en-US" altLang="ko-KR" dirty="0"/>
              <a:t>send 1</a:t>
            </a:r>
            <a:r>
              <a:rPr lang="ko-KR" altLang="en-US" dirty="0"/>
              <a:t>번 </a:t>
            </a:r>
            <a:r>
              <a:rPr lang="en-US" altLang="ko-KR" dirty="0"/>
              <a:t>= recv 1</a:t>
            </a:r>
            <a:r>
              <a:rPr lang="ko-KR" altLang="en-US" dirty="0"/>
              <a:t>번 아님</a:t>
            </a:r>
          </a:p>
          <a:p>
            <a:pPr lvl="1"/>
            <a:r>
              <a:rPr lang="ko-KR" altLang="en-US" dirty="0"/>
              <a:t>메시지 단위 보장 없음</a:t>
            </a:r>
          </a:p>
          <a:p>
            <a:endParaRPr lang="ko-KR" altLang="en-US" dirty="0"/>
          </a:p>
          <a:p>
            <a:r>
              <a:rPr lang="ko-KR" altLang="en-US" dirty="0"/>
              <a:t>해결 방식</a:t>
            </a:r>
          </a:p>
          <a:p>
            <a:pPr lvl="1"/>
            <a:r>
              <a:rPr lang="ko-KR" altLang="en-US" dirty="0" err="1"/>
              <a:t>구분자</a:t>
            </a:r>
            <a:r>
              <a:rPr lang="ko-KR" altLang="en-US" dirty="0"/>
              <a:t> 방식</a:t>
            </a:r>
          </a:p>
          <a:p>
            <a:pPr lvl="1"/>
            <a:r>
              <a:rPr lang="ko-KR" altLang="en-US" dirty="0"/>
              <a:t>길이 헤더 방식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5BCEB4-59B9-3E19-0983-02F67E7181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1969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9D22-1C42-9CBF-9302-F5E1E9C7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0F33E-BDD5-6C8E-D934-7C315348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 err="1"/>
              <a:t>구분자</a:t>
            </a:r>
            <a:r>
              <a:rPr lang="ko-KR" altLang="en-US" dirty="0"/>
              <a:t>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C80D37-442F-4EC2-9FE9-C72A4FDC7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구분자</a:t>
            </a:r>
            <a:r>
              <a:rPr lang="ko-KR" altLang="en-US" dirty="0"/>
              <a:t> 방식</a:t>
            </a:r>
          </a:p>
          <a:p>
            <a:pPr lvl="1"/>
            <a:r>
              <a:rPr lang="ko-KR" altLang="en-US" dirty="0"/>
              <a:t>메시지 끝에 특정 문자 추가</a:t>
            </a:r>
          </a:p>
          <a:p>
            <a:pPr lvl="1"/>
            <a:r>
              <a:rPr lang="ko-KR" altLang="en-US" dirty="0"/>
              <a:t>예</a:t>
            </a:r>
          </a:p>
          <a:p>
            <a:pPr lvl="2"/>
            <a:r>
              <a:rPr lang="en-US" altLang="ko-KR" dirty="0"/>
              <a:t>Hello\n</a:t>
            </a:r>
            <a:endParaRPr lang="ko-KR" altLang="en-US" dirty="0"/>
          </a:p>
          <a:p>
            <a:pPr lvl="2"/>
            <a:r>
              <a:rPr lang="en-US" altLang="ko-KR" dirty="0"/>
              <a:t>Hi\n</a:t>
            </a:r>
            <a:endParaRPr lang="ko-KR" altLang="en-US" dirty="0"/>
          </a:p>
          <a:p>
            <a:pPr lvl="2"/>
            <a:r>
              <a:rPr lang="en-US" altLang="ko-KR" dirty="0"/>
              <a:t>/quit\n</a:t>
            </a:r>
            <a:endParaRPr lang="ko-KR" altLang="en-US" dirty="0"/>
          </a:p>
          <a:p>
            <a:r>
              <a:rPr lang="ko-KR" altLang="en-US" dirty="0"/>
              <a:t>수신</a:t>
            </a:r>
          </a:p>
          <a:p>
            <a:pPr lvl="1"/>
            <a:r>
              <a:rPr lang="en-US" altLang="ko-KR" dirty="0" err="1"/>
              <a:t>read_until</a:t>
            </a:r>
            <a:r>
              <a:rPr lang="en-US" altLang="ko-KR" dirty="0"/>
              <a:t>(socket, buffer, '\n')</a:t>
            </a:r>
          </a:p>
          <a:p>
            <a:pPr lvl="1"/>
            <a:endParaRPr lang="ko-KR" altLang="en-US" dirty="0"/>
          </a:p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문자열 채팅 구현 단순</a:t>
            </a:r>
            <a:endParaRPr lang="en-US" altLang="ko-KR" dirty="0"/>
          </a:p>
          <a:p>
            <a:r>
              <a:rPr lang="ko-KR" altLang="en-US" dirty="0"/>
              <a:t>단점</a:t>
            </a:r>
          </a:p>
          <a:p>
            <a:pPr lvl="1"/>
            <a:r>
              <a:rPr lang="ko-KR" altLang="en-US" dirty="0"/>
              <a:t>바이너리 패킷 처리 부적합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84E386-3385-3B92-E22C-F5C8F855E5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768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DD9F-3AA3-4A11-A756-60CF3406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204AB-38C7-DBF6-157E-36AE622C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길이 헤더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5B502-E722-396E-DF77-F2924E05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길이 헤더 방식</a:t>
            </a:r>
          </a:p>
          <a:p>
            <a:pPr lvl="1"/>
            <a:r>
              <a:rPr lang="ko-KR" altLang="en-US" dirty="0"/>
              <a:t>패킷 앞에 데이터 크기 추가</a:t>
            </a:r>
          </a:p>
          <a:p>
            <a:r>
              <a:rPr lang="ko-KR" altLang="en-US" dirty="0"/>
              <a:t>구조</a:t>
            </a:r>
          </a:p>
          <a:p>
            <a:pPr lvl="1"/>
            <a:r>
              <a:rPr lang="en-US" altLang="ko-KR" dirty="0"/>
              <a:t>[4</a:t>
            </a:r>
            <a:r>
              <a:rPr lang="ko-KR" altLang="en-US" dirty="0"/>
              <a:t>바이트 길이</a:t>
            </a:r>
            <a:r>
              <a:rPr lang="en-US" altLang="ko-KR" dirty="0"/>
              <a:t>][</a:t>
            </a:r>
            <a:r>
              <a:rPr lang="ko-KR" altLang="en-US" dirty="0"/>
              <a:t>데이터</a:t>
            </a:r>
            <a:r>
              <a:rPr lang="en-US" altLang="ko-KR" dirty="0"/>
              <a:t>]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바이너리 데이터 처리 가능</a:t>
            </a:r>
          </a:p>
          <a:p>
            <a:pPr lvl="1"/>
            <a:r>
              <a:rPr lang="ko-KR" altLang="en-US" dirty="0"/>
              <a:t>구조화된 패킷 처리 가능</a:t>
            </a:r>
          </a:p>
          <a:p>
            <a:r>
              <a:rPr lang="ko-KR" altLang="en-US" dirty="0"/>
              <a:t>단점</a:t>
            </a:r>
          </a:p>
          <a:p>
            <a:pPr lvl="1"/>
            <a:r>
              <a:rPr lang="ko-KR" altLang="en-US" dirty="0"/>
              <a:t>구현 복잡</a:t>
            </a:r>
          </a:p>
          <a:p>
            <a:pPr lvl="1"/>
            <a:r>
              <a:rPr lang="en-US" altLang="ko-KR" dirty="0"/>
              <a:t>partial receive </a:t>
            </a:r>
            <a:r>
              <a:rPr lang="ko-KR" altLang="en-US" dirty="0"/>
              <a:t>처리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41DBC1-3D0D-B631-E168-BDB49C5656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6625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19015-4508-D974-F933-CD0FA00E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FD748-E793-C5AD-4FF1-0E5875F3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동기식 </a:t>
            </a:r>
            <a:r>
              <a:rPr lang="en-US" altLang="ko-KR" dirty="0" err="1"/>
              <a:t>asio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58068-E031-10CF-AB83-7E8A757A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동기식 </a:t>
            </a:r>
            <a:r>
              <a:rPr lang="en-US" altLang="ko-KR" dirty="0" err="1"/>
              <a:t>asio</a:t>
            </a:r>
            <a:endParaRPr lang="ko-KR" altLang="en-US" dirty="0"/>
          </a:p>
          <a:p>
            <a:pPr lvl="1"/>
            <a:r>
              <a:rPr lang="ko-KR" altLang="en-US" dirty="0"/>
              <a:t>함수 호출 위치에서 대기</a:t>
            </a:r>
          </a:p>
          <a:p>
            <a:r>
              <a:rPr lang="en-US" altLang="ko-KR" dirty="0"/>
              <a:t>accept</a:t>
            </a:r>
            <a:endParaRPr lang="ko-KR" altLang="en-US" dirty="0"/>
          </a:p>
          <a:p>
            <a:pPr lvl="1"/>
            <a:r>
              <a:rPr lang="ko-KR" altLang="en-US" dirty="0"/>
              <a:t>접속까지 대기</a:t>
            </a:r>
          </a:p>
          <a:p>
            <a:r>
              <a:rPr lang="en-US" altLang="ko-KR" dirty="0" err="1"/>
              <a:t>read_until</a:t>
            </a:r>
            <a:endParaRPr lang="ko-KR" altLang="en-US" dirty="0"/>
          </a:p>
          <a:p>
            <a:pPr lvl="1"/>
            <a:r>
              <a:rPr lang="ko-KR" altLang="en-US" dirty="0"/>
              <a:t>수신까지 대기</a:t>
            </a:r>
          </a:p>
          <a:p>
            <a:r>
              <a:rPr lang="en-US" altLang="ko-KR" dirty="0"/>
              <a:t>write</a:t>
            </a:r>
            <a:endParaRPr lang="ko-KR" altLang="en-US" dirty="0"/>
          </a:p>
          <a:p>
            <a:pPr lvl="1"/>
            <a:r>
              <a:rPr lang="ko-KR" altLang="en-US" dirty="0"/>
              <a:t>송신 완료까지 대기</a:t>
            </a:r>
          </a:p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코드 흐름 단순</a:t>
            </a:r>
          </a:p>
          <a:p>
            <a:r>
              <a:rPr lang="ko-KR" altLang="en-US" dirty="0"/>
              <a:t>단점</a:t>
            </a:r>
          </a:p>
          <a:p>
            <a:pPr lvl="1"/>
            <a:r>
              <a:rPr lang="ko-KR" altLang="en-US" dirty="0"/>
              <a:t>다중 접속 처리 시 </a:t>
            </a:r>
            <a:r>
              <a:rPr lang="en-US" altLang="ko-KR" dirty="0"/>
              <a:t>thread </a:t>
            </a:r>
            <a:r>
              <a:rPr lang="ko-KR" altLang="en-US" dirty="0"/>
              <a:t>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B087A2-28AE-0087-7263-2FC6FFFE0E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3319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A2F2-A851-24A6-2DC5-73160531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A1BCC-FEFD-205C-4591-A36E87C9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비동기 </a:t>
            </a:r>
            <a:r>
              <a:rPr lang="en-US" altLang="ko-KR" dirty="0" err="1"/>
              <a:t>asio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8373F-B643-1DFB-AB74-D90AB0D3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비동기 </a:t>
            </a:r>
            <a:r>
              <a:rPr lang="en-US" altLang="ko-KR" sz="2400" dirty="0" err="1"/>
              <a:t>asio</a:t>
            </a:r>
            <a:endParaRPr lang="ko-KR" altLang="en-US" sz="2400" dirty="0"/>
          </a:p>
          <a:p>
            <a:pPr lvl="1"/>
            <a:r>
              <a:rPr lang="en-US" altLang="ko-KR" sz="2000" dirty="0"/>
              <a:t>I/O </a:t>
            </a:r>
            <a:r>
              <a:rPr lang="ko-KR" altLang="en-US" sz="2000" dirty="0"/>
              <a:t>작업 요청 후 즉시 반환</a:t>
            </a:r>
            <a:endParaRPr lang="en-US" altLang="ko-KR" sz="2000" dirty="0"/>
          </a:p>
          <a:p>
            <a:pPr lvl="3"/>
            <a:endParaRPr lang="ko-KR" altLang="en-US" sz="1400" dirty="0"/>
          </a:p>
          <a:p>
            <a:r>
              <a:rPr lang="ko-KR" altLang="en-US" sz="2400" dirty="0"/>
              <a:t>주요 함수</a:t>
            </a:r>
          </a:p>
          <a:p>
            <a:pPr lvl="1"/>
            <a:r>
              <a:rPr lang="en-US" altLang="ko-KR" sz="2000" dirty="0" err="1"/>
              <a:t>Async_accept</a:t>
            </a:r>
            <a:endParaRPr lang="ko-KR" altLang="en-US" sz="2000" dirty="0"/>
          </a:p>
          <a:p>
            <a:pPr lvl="1"/>
            <a:r>
              <a:rPr lang="en-US" altLang="ko-KR" sz="2000" dirty="0" err="1"/>
              <a:t>Async_read</a:t>
            </a:r>
            <a:endParaRPr lang="ko-KR" altLang="en-US" sz="2000" dirty="0"/>
          </a:p>
          <a:p>
            <a:pPr lvl="1"/>
            <a:r>
              <a:rPr lang="en-US" altLang="ko-KR" sz="2000" dirty="0" err="1"/>
              <a:t>Async_write</a:t>
            </a:r>
            <a:endParaRPr lang="en-US" altLang="ko-KR" sz="2000" dirty="0"/>
          </a:p>
          <a:p>
            <a:pPr lvl="3"/>
            <a:endParaRPr lang="ko-KR" altLang="en-US" sz="1400" dirty="0"/>
          </a:p>
          <a:p>
            <a:r>
              <a:rPr lang="ko-KR" altLang="en-US" sz="2400" dirty="0"/>
              <a:t>완료 처리</a:t>
            </a:r>
          </a:p>
          <a:p>
            <a:pPr lvl="1"/>
            <a:r>
              <a:rPr lang="en-US" altLang="ko-KR" sz="2000" dirty="0"/>
              <a:t>handler </a:t>
            </a:r>
            <a:r>
              <a:rPr lang="ko-KR" altLang="en-US" sz="2000" dirty="0"/>
              <a:t>호출</a:t>
            </a:r>
            <a:endParaRPr lang="en-US" altLang="ko-KR" sz="2000" dirty="0"/>
          </a:p>
          <a:p>
            <a:pPr lvl="3"/>
            <a:endParaRPr lang="ko-KR" altLang="en-US" sz="1400" dirty="0"/>
          </a:p>
          <a:p>
            <a:r>
              <a:rPr lang="ko-KR" altLang="en-US" sz="2400" dirty="0"/>
              <a:t>실행 루프</a:t>
            </a:r>
          </a:p>
          <a:p>
            <a:pPr lvl="1"/>
            <a:r>
              <a:rPr lang="en-US" altLang="ko-KR" sz="2000" dirty="0" err="1"/>
              <a:t>io_context.run</a:t>
            </a:r>
            <a:r>
              <a:rPr lang="en-US" altLang="ko-KR" sz="2000" dirty="0"/>
              <a:t>()</a:t>
            </a:r>
          </a:p>
          <a:p>
            <a:pPr lvl="3"/>
            <a:endParaRPr lang="ko-KR" altLang="en-US" sz="1400" dirty="0"/>
          </a:p>
          <a:p>
            <a:r>
              <a:rPr lang="en-US" altLang="ko-KR" sz="2400" dirty="0"/>
              <a:t>Windows </a:t>
            </a:r>
            <a:r>
              <a:rPr lang="ko-KR" altLang="en-US" sz="2400" dirty="0"/>
              <a:t>내부 관점</a:t>
            </a:r>
          </a:p>
          <a:p>
            <a:pPr lvl="1"/>
            <a:r>
              <a:rPr lang="en-US" altLang="ko-KR" sz="2000" dirty="0"/>
              <a:t>Overlapped I/O / IOCP </a:t>
            </a:r>
            <a:r>
              <a:rPr lang="ko-KR" altLang="en-US" sz="2000" dirty="0"/>
              <a:t>계열 추상화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2412C5-2217-5A07-DF0C-82667732C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5282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49C5-AA90-5452-21FF-B01E2D67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D4EDE-42A9-4DD7-0255-140D57B7A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예제 위치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D2601-C6D0-A0B9-2FBB-1661B6E5A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동기식 </a:t>
            </a:r>
            <a:r>
              <a:rPr lang="en-US" altLang="ko-KR" dirty="0" err="1"/>
              <a:t>asio</a:t>
            </a:r>
            <a:endParaRPr lang="ko-KR" altLang="en-US" dirty="0"/>
          </a:p>
          <a:p>
            <a:pPr lvl="1"/>
            <a:r>
              <a:rPr lang="en-US" altLang="ko-KR" dirty="0"/>
              <a:t>thread </a:t>
            </a:r>
            <a:r>
              <a:rPr lang="ko-KR" altLang="en-US" dirty="0"/>
              <a:t>기반 다중 클라이언트 채팅 서버</a:t>
            </a:r>
          </a:p>
          <a:p>
            <a:endParaRPr lang="en-US" altLang="ko-KR" dirty="0"/>
          </a:p>
          <a:p>
            <a:r>
              <a:rPr lang="ko-KR" altLang="en-US" dirty="0"/>
              <a:t>목적</a:t>
            </a:r>
          </a:p>
          <a:p>
            <a:pPr lvl="1"/>
            <a:r>
              <a:rPr lang="en-US" altLang="ko-KR" dirty="0" err="1"/>
              <a:t>asio</a:t>
            </a:r>
            <a:r>
              <a:rPr lang="en-US" altLang="ko-KR" dirty="0"/>
              <a:t> </a:t>
            </a:r>
            <a:r>
              <a:rPr lang="ko-KR" altLang="en-US" dirty="0"/>
              <a:t>객체 구조 이해</a:t>
            </a:r>
          </a:p>
          <a:p>
            <a:pPr lvl="1"/>
            <a:r>
              <a:rPr lang="en-US" altLang="ko-KR" dirty="0"/>
              <a:t>Winsock </a:t>
            </a:r>
            <a:r>
              <a:rPr lang="ko-KR" altLang="en-US" dirty="0"/>
              <a:t>코드와 비교</a:t>
            </a:r>
          </a:p>
          <a:p>
            <a:pPr lvl="1"/>
            <a:r>
              <a:rPr lang="en-US" altLang="ko-KR" dirty="0"/>
              <a:t>C++ </a:t>
            </a:r>
            <a:r>
              <a:rPr lang="ko-KR" altLang="en-US" dirty="0"/>
              <a:t>네트워크 라이브러리 경험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F47193-82E4-8F09-E927-A7A48A8230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4910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2C935-0666-F576-BECE-AFFB4F4C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94510-30A0-2CCC-F149-ACB40FB7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asio</a:t>
            </a:r>
            <a:r>
              <a:rPr lang="en-US" altLang="ko-KR" sz="2400" dirty="0"/>
              <a:t> </a:t>
            </a:r>
            <a:r>
              <a:rPr lang="ko-KR" altLang="en-US" sz="2400" dirty="0"/>
              <a:t>함수</a:t>
            </a:r>
          </a:p>
          <a:p>
            <a:pPr lvl="1"/>
            <a:r>
              <a:rPr lang="ko-KR" altLang="en-US" sz="2000" dirty="0"/>
              <a:t>실패 시 </a:t>
            </a:r>
            <a:r>
              <a:rPr lang="en-US" altLang="ko-KR" sz="2000" dirty="0"/>
              <a:t>std::exception </a:t>
            </a:r>
            <a:r>
              <a:rPr lang="ko-KR" altLang="en-US" sz="2000" dirty="0"/>
              <a:t>발생 가능</a:t>
            </a:r>
          </a:p>
          <a:p>
            <a:r>
              <a:rPr lang="ko-KR" altLang="en-US" sz="2400" dirty="0"/>
              <a:t>주요 상황</a:t>
            </a:r>
          </a:p>
          <a:p>
            <a:pPr lvl="1"/>
            <a:r>
              <a:rPr lang="ko-KR" altLang="en-US" sz="2000" dirty="0"/>
              <a:t>서버 </a:t>
            </a:r>
            <a:r>
              <a:rPr lang="ko-KR" altLang="en-US" sz="2000" dirty="0" err="1"/>
              <a:t>미실행</a:t>
            </a:r>
            <a:endParaRPr lang="ko-KR" altLang="en-US" sz="2000" dirty="0"/>
          </a:p>
          <a:p>
            <a:pPr lvl="1"/>
            <a:r>
              <a:rPr lang="ko-KR" altLang="en-US" sz="2000" dirty="0"/>
              <a:t>접속 실패</a:t>
            </a:r>
          </a:p>
          <a:p>
            <a:pPr lvl="1"/>
            <a:r>
              <a:rPr lang="ko-KR" altLang="en-US" sz="2000" dirty="0"/>
              <a:t>클라이언트 강제 종료</a:t>
            </a:r>
          </a:p>
          <a:p>
            <a:pPr lvl="1"/>
            <a:r>
              <a:rPr lang="ko-KR" altLang="en-US" sz="2000" dirty="0"/>
              <a:t>서버 종료</a:t>
            </a:r>
          </a:p>
          <a:p>
            <a:pPr lvl="1"/>
            <a:r>
              <a:rPr lang="en-US" altLang="ko-KR" sz="2000" dirty="0"/>
              <a:t>read </a:t>
            </a:r>
            <a:r>
              <a:rPr lang="ko-KR" altLang="en-US" sz="2000" dirty="0"/>
              <a:t>실패</a:t>
            </a:r>
          </a:p>
          <a:p>
            <a:pPr lvl="1"/>
            <a:r>
              <a:rPr lang="en-US" altLang="ko-KR" sz="2000" dirty="0"/>
              <a:t>write </a:t>
            </a:r>
            <a:r>
              <a:rPr lang="ko-KR" altLang="en-US" sz="2000" dirty="0"/>
              <a:t>실패</a:t>
            </a:r>
          </a:p>
          <a:p>
            <a:r>
              <a:rPr lang="ko-KR" altLang="en-US" sz="2400" dirty="0"/>
              <a:t>처리 방식</a:t>
            </a:r>
          </a:p>
          <a:p>
            <a:pPr lvl="1"/>
            <a:r>
              <a:rPr lang="en-US" altLang="ko-KR" sz="2000" dirty="0"/>
              <a:t>try-catch</a:t>
            </a:r>
            <a:endParaRPr lang="ko-KR" altLang="en-US" sz="2000" dirty="0"/>
          </a:p>
          <a:p>
            <a:pPr lvl="1"/>
            <a:r>
              <a:rPr lang="en-US" altLang="ko-KR" sz="2000" dirty="0" err="1"/>
              <a:t>socket.close</a:t>
            </a:r>
            <a:endParaRPr lang="ko-KR" altLang="en-US" sz="2000" dirty="0"/>
          </a:p>
          <a:p>
            <a:pPr lvl="1"/>
            <a:r>
              <a:rPr lang="ko-KR" altLang="en-US" sz="2000" dirty="0"/>
              <a:t>클라이언트 목록 제거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AC8F6A-DC5D-5682-9633-C34D356E1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2850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6B2F-1A7B-BBD4-53A7-3B64189E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A1968-8381-02CF-3ADF-9FF76635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7596B6-23F9-DD25-B51F-CF10CE25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/>
              <a:t>asio</a:t>
            </a:r>
            <a:endParaRPr lang="en-US" altLang="ko-KR" sz="2400" dirty="0"/>
          </a:p>
          <a:p>
            <a:pPr lvl="1"/>
            <a:r>
              <a:rPr lang="en-US" altLang="ko-KR" sz="2000" dirty="0"/>
              <a:t>C++ </a:t>
            </a:r>
            <a:r>
              <a:rPr lang="ko-KR" altLang="en-US" sz="2000" dirty="0"/>
              <a:t>기반 네트워크 </a:t>
            </a:r>
            <a:r>
              <a:rPr lang="en-US" altLang="ko-KR" sz="2000" dirty="0"/>
              <a:t>I/O </a:t>
            </a:r>
            <a:r>
              <a:rPr lang="ko-KR" altLang="en-US" sz="2000" dirty="0"/>
              <a:t>라이브러리</a:t>
            </a:r>
          </a:p>
          <a:p>
            <a:pPr lvl="1"/>
            <a:r>
              <a:rPr lang="en-US" altLang="ko-KR" sz="2000" dirty="0"/>
              <a:t>Standalone </a:t>
            </a:r>
            <a:r>
              <a:rPr lang="en-US" altLang="ko-KR" sz="2000" dirty="0" err="1"/>
              <a:t>asio</a:t>
            </a:r>
            <a:r>
              <a:rPr lang="en-US" altLang="ko-KR" sz="2000" dirty="0"/>
              <a:t> boost </a:t>
            </a:r>
            <a:r>
              <a:rPr lang="ko-KR" altLang="en-US" sz="2000" dirty="0"/>
              <a:t>없이 사용 가능</a:t>
            </a:r>
          </a:p>
          <a:p>
            <a:r>
              <a:rPr lang="en-US" altLang="ko-KR" sz="2400" dirty="0"/>
              <a:t>TCP </a:t>
            </a:r>
            <a:r>
              <a:rPr lang="ko-KR" altLang="en-US" sz="2400" dirty="0"/>
              <a:t>서버</a:t>
            </a:r>
          </a:p>
          <a:p>
            <a:pPr lvl="1"/>
            <a:r>
              <a:rPr lang="en-US" altLang="ko-KR" sz="2000" dirty="0" err="1"/>
              <a:t>io_context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tcp</a:t>
            </a:r>
            <a:r>
              <a:rPr lang="en-US" altLang="ko-KR" sz="2000" dirty="0"/>
              <a:t>::acceptor</a:t>
            </a:r>
          </a:p>
          <a:p>
            <a:pPr lvl="1"/>
            <a:r>
              <a:rPr lang="en-US" altLang="ko-KR" sz="2000" dirty="0" err="1"/>
              <a:t>tcp</a:t>
            </a:r>
            <a:r>
              <a:rPr lang="en-US" altLang="ko-KR" sz="2000" dirty="0"/>
              <a:t>::socket</a:t>
            </a:r>
          </a:p>
          <a:p>
            <a:pPr lvl="1"/>
            <a:r>
              <a:rPr lang="en-US" altLang="ko-KR" sz="2000" dirty="0"/>
              <a:t>accept</a:t>
            </a:r>
          </a:p>
          <a:p>
            <a:r>
              <a:rPr lang="en-US" altLang="ko-KR" sz="2400" dirty="0"/>
              <a:t>TCP </a:t>
            </a:r>
            <a:r>
              <a:rPr lang="ko-KR" altLang="en-US" sz="2400" dirty="0"/>
              <a:t>클라이언트</a:t>
            </a:r>
          </a:p>
          <a:p>
            <a:pPr lvl="1"/>
            <a:r>
              <a:rPr lang="en-US" altLang="ko-KR" sz="2000" dirty="0"/>
              <a:t>endpoint</a:t>
            </a:r>
          </a:p>
          <a:p>
            <a:pPr lvl="1"/>
            <a:r>
              <a:rPr lang="en-US" altLang="ko-KR" sz="2000" dirty="0"/>
              <a:t>connect</a:t>
            </a:r>
          </a:p>
          <a:p>
            <a:pPr lvl="1"/>
            <a:r>
              <a:rPr lang="en-US" altLang="ko-KR" sz="2000" dirty="0" err="1"/>
              <a:t>read_until</a:t>
            </a:r>
            <a:endParaRPr lang="en-US" altLang="ko-KR" sz="2000" dirty="0"/>
          </a:p>
          <a:p>
            <a:pPr lvl="1"/>
            <a:r>
              <a:rPr lang="en-US" altLang="ko-KR" sz="2000" dirty="0"/>
              <a:t>write</a:t>
            </a:r>
          </a:p>
          <a:p>
            <a:r>
              <a:rPr lang="ko-KR" altLang="en-US" sz="2400" dirty="0"/>
              <a:t>채팅 서버</a:t>
            </a:r>
          </a:p>
          <a:p>
            <a:pPr lvl="1"/>
            <a:r>
              <a:rPr lang="en-US" altLang="ko-KR" sz="2000" dirty="0"/>
              <a:t>thread / mutex / client list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9186CA-880D-16B2-5FAA-D347315932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304896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600" b="1" dirty="0">
            <a:solidFill>
              <a:srgbClr val="0000FF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3678</TotalTime>
  <Words>2831</Words>
  <Application>Microsoft Office PowerPoint</Application>
  <PresentationFormat>화면 슬라이드 쇼(4:3)</PresentationFormat>
  <Paragraphs>486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5" baseType="lpstr">
      <vt:lpstr>HY견고딕</vt:lpstr>
      <vt:lpstr>가을체</vt:lpstr>
      <vt:lpstr>굴림</vt:lpstr>
      <vt:lpstr>나눔바른고딕</vt:lpstr>
      <vt:lpstr>Arial</vt:lpstr>
      <vt:lpstr>Consolas</vt:lpstr>
      <vt:lpstr>Wingdings</vt:lpstr>
      <vt:lpstr>기본 디자인</vt:lpstr>
      <vt:lpstr>Network Programming - 19 Standalone asio 채팅 서버  afewhee@gmail.com</vt:lpstr>
      <vt:lpstr>0. 목차</vt:lpstr>
      <vt:lpstr>1. asio 목표</vt:lpstr>
      <vt:lpstr>1.2 네트워크 코드 흐름</vt:lpstr>
      <vt:lpstr>1.3 asio</vt:lpstr>
      <vt:lpstr>1.4 boost.asio / Standalone asio</vt:lpstr>
      <vt:lpstr>1.5 Winsock / asio 비교</vt:lpstr>
      <vt:lpstr>2. 개발 환경 설정 - 다운로드</vt:lpstr>
      <vt:lpstr>2.2 Visual Studio 설정</vt:lpstr>
      <vt:lpstr>2.3 기본 설정 코드</vt:lpstr>
      <vt:lpstr>3.1 채팅 서버 / 클라이언트 구조</vt:lpstr>
      <vt:lpstr>3.2 서버 주요 객체</vt:lpstr>
      <vt:lpstr>3.3 클라이언트 주요 객체</vt:lpstr>
      <vt:lpstr>3.4 서버 전체 흐름</vt:lpstr>
      <vt:lpstr>3.5 클라이언트 전체 흐름</vt:lpstr>
      <vt:lpstr>4.1 서버 include</vt:lpstr>
      <vt:lpstr>4.2 서버 전역 데이터</vt:lpstr>
      <vt:lpstr>4.3 서버 main 구조</vt:lpstr>
      <vt:lpstr>4.4 asio::io_context</vt:lpstr>
      <vt:lpstr>4.5 acceptor 생성</vt:lpstr>
      <vt:lpstr>4.6 접속 대기</vt:lpstr>
      <vt:lpstr>4.7 클라이언트 목록 추가</vt:lpstr>
      <vt:lpstr>4.8 클라이언트 thread</vt:lpstr>
      <vt:lpstr>4.9 WorkClient</vt:lpstr>
      <vt:lpstr>4.10 수신 버퍼</vt:lpstr>
      <vt:lpstr>4.11 메시지 수신</vt:lpstr>
      <vt:lpstr>4.12 메시지 추출</vt:lpstr>
      <vt:lpstr>4.14 RemoveClient</vt:lpstr>
      <vt:lpstr>5.1 클라이언트 include</vt:lpstr>
      <vt:lpstr>5.2 클라이언트 main 구조</vt:lpstr>
      <vt:lpstr>5.3 클라이언트 socket 생성</vt:lpstr>
      <vt:lpstr>5.4 서버 주소 설정</vt:lpstr>
      <vt:lpstr>5.5 서버 접속</vt:lpstr>
      <vt:lpstr>5.6 클라이언트 수신 thread</vt:lpstr>
      <vt:lpstr>5.7 ReceiveThread</vt:lpstr>
      <vt:lpstr>5.8 클라이언트 수신 흐름</vt:lpstr>
      <vt:lpstr>5.9 클라이언트 송신 루프</vt:lpstr>
      <vt:lpstr>5.10 클라이언트 송신 흐름</vt:lpstr>
      <vt:lpstr>5.11 socket 종료</vt:lpstr>
      <vt:lpstr>6. 메시지 처리와 정리</vt:lpstr>
      <vt:lpstr>6.2 구분자 방식</vt:lpstr>
      <vt:lpstr>6.3 길이 헤더 방식</vt:lpstr>
      <vt:lpstr>6.4 동기식 asio</vt:lpstr>
      <vt:lpstr>6.5 비동기 asio</vt:lpstr>
      <vt:lpstr>6.6 예제 위치</vt:lpstr>
      <vt:lpstr>6.7 예외 처리</vt:lpstr>
      <vt:lpstr>6.8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KOREAIT</cp:lastModifiedBy>
  <cp:revision>208</cp:revision>
  <dcterms:created xsi:type="dcterms:W3CDTF">2003-11-30T16:03:20Z</dcterms:created>
  <dcterms:modified xsi:type="dcterms:W3CDTF">2026-06-17T02:49:44Z</dcterms:modified>
</cp:coreProperties>
</file>