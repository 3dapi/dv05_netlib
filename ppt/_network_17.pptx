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66FF33"/>
    <a:srgbClr val="9900FF"/>
    <a:srgbClr val="FF33CC"/>
    <a:srgbClr val="003300"/>
    <a:srgbClr val="008000"/>
    <a:srgbClr val="CCCC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7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776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A88D3AC-F88D-DCA0-3386-175A98D04A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7EF5D1-9489-216D-1711-8BEA3B0B50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DAC108B-3248-AAEB-FEB9-15D3888E98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A285E75-A20B-9E77-B212-EE0F3FE823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AFF40FF3-4AB4-F2A0-F5CE-C5CF048B53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F2788A3B-C79B-B554-FD19-51E5534BE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E1F17537-23E5-4DE5-98DB-6E922DC7B1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BA1ABAE-82DC-748F-74EF-EB47AB72B2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3015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2A1B03-E6EF-1509-0E27-D5B545ECF9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179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A9E72B9-FCDD-9AAD-C7C9-D8CAFC259D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617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EEF43F0-ABB3-A623-05D2-6644680AA5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714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25E678-7D8B-35F1-6BC2-27AC2D1B4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B5FB5F-9879-FE8F-DE10-076DA540C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09EEC06-106C-0AC6-494C-D315AC1264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D82FD4F5-F8EC-1EAA-5042-2329980122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  <a:latin typeface="굴림" panose="020B0600000101010101" pitchFamily="50" charset="-127"/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EF4DEAFE-92C6-D447-A594-49DCC51FDA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F936D7EA-50A0-F4CE-9E2C-749AA3156C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tx1"/>
                </a:solidFill>
              </a:rPr>
              <a:t>Network Programming - 17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2400" dirty="0"/>
              <a:t>Network Library </a:t>
            </a:r>
            <a:r>
              <a:rPr lang="ko-KR" altLang="en-US" sz="2400" dirty="0"/>
              <a:t>구현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600" b="1" dirty="0">
            <a:solidFill>
              <a:srgbClr val="0000FF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18</Words>
  <Application>Microsoft Office PowerPoint</Application>
  <PresentationFormat>화면 슬라이드 쇼(4:3)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HY견고딕</vt:lpstr>
      <vt:lpstr>가을체</vt:lpstr>
      <vt:lpstr>굴림</vt:lpstr>
      <vt:lpstr>나눔바른고딕</vt:lpstr>
      <vt:lpstr>Arial</vt:lpstr>
      <vt:lpstr>Wingdings</vt:lpstr>
      <vt:lpstr>기본 디자인</vt:lpstr>
      <vt:lpstr>Network Programming - 17 Network Library 구현  afewhee@gmail.com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191</cp:revision>
  <dcterms:created xsi:type="dcterms:W3CDTF">2003-11-30T16:03:20Z</dcterms:created>
  <dcterms:modified xsi:type="dcterms:W3CDTF">2026-05-12T16:15:35Z</dcterms:modified>
</cp:coreProperties>
</file>