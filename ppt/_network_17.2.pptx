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10"/>
  </p:normalViewPr>
  <p:slideViewPr>
    <p:cSldViewPr snapToGrid="0" snapToObjects="1">
      <p:cViewPr>
        <p:scale>
          <a:sx n="123" d="100"/>
          <a:sy n="123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29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구현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9659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관점 코드 분석 + 구현 흐름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5394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ILcNet / CLcNet / LcNetUtil / Select / AsyncSelect / EventSelect / IOCP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5806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9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Heesung Oh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전제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관련 개념 수업 완료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이번 단계는 네트워크 라이브러리 구현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원본 코드 중심 분석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개선은 위험 지점만 분리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목표는 구조를 이해하고 사용할 수 있게 만드는 것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레이어 구조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9718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main.cpp에서 WinSock 직접 호출 최소화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ILcNet 인터페이스로 모델 교체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LcNetUtil은 OS API 래핑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각 구현 클래스는 I/O 모델 담당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30759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201168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08483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ILcNet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86200" y="27889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2862072"/>
            <a:ext cx="30540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 공통 기반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749040" y="36118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3685032"/>
            <a:ext cx="140817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0" y="36118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3685032"/>
            <a:ext cx="140817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23760" y="36118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3685032"/>
            <a:ext cx="140817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61120" y="361188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3685032"/>
            <a:ext cx="140817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0" y="46177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469087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LcNetUtil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0" y="5394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546811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WinSock API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0" y="1737360"/>
            <a:ext cx="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2514600"/>
            <a:ext cx="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0" y="3291840"/>
            <a:ext cx="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0" y="4114800"/>
            <a:ext cx="0" cy="5029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0" y="5120640"/>
            <a:ext cx="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관점 설계 원칙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인터페이스와 구현 분리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소켓 API 직접 노출 최소화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클라이언트별 송수신 버퍼 분리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 요청과 실제 send 수행 분리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수신과 패킷 Decode 분리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I/O 모델 교체 가능 구조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구성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1. Network Library 개요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2. ILcNet / CLcNet 공통 구조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3. LcNetUtil: Socket / Thread / Event / Packet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4. CLcNetSlct: Select 기준 구현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5. CLcNetSlctA / CLcNetSlctE 비교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6. CLcNetIocp 구조 읽기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7. 실습 범위와 위험 지점 정리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공통 인터페이스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ILcNet / Factory / CLcNet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인터페이스 정의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449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객체 생성 분기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75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기본 클래스 상태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05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Thread wrapper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28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ILcNet 인터페이스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라이브러리 사용 규칙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서버/클라이언트 공통 함수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구현 모델 교체 기준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#ifndef interface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interface struct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u_int SOCKET;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ILcNet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Create(void* p1=0, void* p2=0,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void* p3=0, void* p4=0)=0;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void Destroy()=0;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FrameMove()=0;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Query(char* sCmd, void* pData)=0;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Close()=0;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Listen()=0;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Connect(char* sIp=nullptr,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char* sPort=nullptr)=0;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Send(const char* pSrc, INT iSnd,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DWORD dMsg, SOCKET scH=0xFFFFFFFF)=0;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Recv(char* pDst, INT* iRcv,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DWORD* dMsg, SOCKET* scH=0)=0;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INT  IsConnect()=0;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virtual LRESULT MsgProc(HWND,UINT,WPARAM,LPARAM)=0;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 Factory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문자열 명령으로 구현 클래스 선택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Select / Async / Event / IOCP 분기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생성 후 Create 호출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LcNet_Create(char* sCmd,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ILcNet** pData,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void* p1, void* p2,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void* v1, void* v2)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 == _stricmp("Select", sCmd))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*pData = new CLcNetSlct;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if(0 == _stricmp("Async Select", sCmd))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*pData = new CLcNetSlctA;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if(0 == _stricmp("Event Select", sCmd))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*pData = new CLcNetSlctE;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if(0 == _stricmp("IOCP", sCmd))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*pData = new CLcNetIocp;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(*pData)-&gt;Create(p1, p2, v1, v2);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 enum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프로토콜 타입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호스트 타입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이벤트 타입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상태값을 코드로 명확화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CLcNet : public ILcNet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 ELcNetPrtcl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NETPRT_NONE = 0,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NETPRT_TCP  = 1,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NETPRT_UDP  = 2,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 ELcNetHstType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NETHST_NONE   = 0,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NETHST_CLIENT = 1,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NETHST_SERVER = 2,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 ELcNetEventType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NETEVT_NONE  = 0,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NETEVT_SEND  = 1,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NETEVT_RECV  = 2,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NETEVT_ACCP  = 4,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NETEVT_CONN  = 8,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NETEVT_CLOSE = 16,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 공통 멤버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공통 소켓 상태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IP / Port 보관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Client / Server 역할 저장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연결 상태 저장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      m_scH;      // Host socket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SOCKADDR_IN m_sdH;      // Host Address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m_sIp;      // IP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m_sPt;      // Port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m_PtcType;          // Protocol type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m_HstType;          // Client or Server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m_nThConn;          // Connection State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 Wrapper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Win32 Thread 함수는 static 필요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pParam으로 this 전달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실제 처리는 Proc 계열 함수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WINAPI CLcNet::ThreadRecv(void* pParam)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((CLcNet*)pParam)-&gt;ProcRecv(pParam);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WINAPI CLcNet::ThreadSend(void* pParam)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((CLcNet*)pParam)-&gt;ProcSend(pParam);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WINAPI CLcNet::ThreadAccp(void* pParam)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((CLcNet*)pParam)-&gt;ProcAccp(pParam);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WINAPI CLcNet::ThreadWork(void* pParam)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((CLcNet*)pParam)-&gt;ProcWork(pParam);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ILcNet 사용 흐름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9718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 코드는 ILcNet*만 보관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Factory가 실제 클래스 생성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 / Recv / FrameMove 호출 형태 동일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399032"/>
            <a:ext cx="17739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ILcNet* net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2221992"/>
            <a:ext cx="23225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LcNet_Create("Select")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40480" y="3017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3090672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0" y="3017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3090672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98080" y="3017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3090672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0" y="30175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3090672"/>
            <a:ext cx="14996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CLcNetIocp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0" y="434340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4416552"/>
            <a:ext cx="17739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net-&gt;Send()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434340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4416552"/>
            <a:ext cx="17739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net-&gt;Recv()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60720" y="516636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5239512"/>
            <a:ext cx="204825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net-&gt;FrameMove()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0" y="1874520"/>
            <a:ext cx="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60720" y="2697480"/>
            <a:ext cx="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60720" y="2697480"/>
            <a:ext cx="73152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60720" y="2697480"/>
            <a:ext cx="256032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60720" y="2697480"/>
            <a:ext cx="438912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0" y="3566160"/>
            <a:ext cx="0" cy="7772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0" y="3566160"/>
            <a:ext cx="1463040" cy="7772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00800" y="4892040"/>
            <a:ext cx="45720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LcNetUtil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 / Thread / Event / Packet 공통 유틸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WinSock API 래핑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449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Socket 생성/연결/옵션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75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Thread/Event 래핑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05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Packet Encode/Decode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28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 생성과 Connect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TCP 소켓 생성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Overlapped 여부 선택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connect 결과 공통 체크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LcNet_SocketTcpCreate(SOCKET* pScH, BOOL bOverLapped)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flg = 0;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if(bOverLapped)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flg = WSA_FLAG_OVERLAPPED;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*pScH = WSASocket(AF_INET, SOCK_STREAM,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IPPROTO_TCP, NULL, 0, flg);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if(INVALID_SOCKET == *pScH)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LcNet_SocketConnect(SOCKET scH, SOCKADDR_IN* psdH)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hr = connect(scH, (SOCKADDR*)psdH, sizeof(SOCKADDR_IN));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LcNet_SocketErrorCheck(hr);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 / Event 래핑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Thread 생성 코드 통일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Event 생성 코드 통일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구현 클래스에서 반복 사용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 LcNet_ThreadCreate(LPTHREAD_START_ROUTINE pFunc,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PVOID pParam, ULONG dFlag, DWORD* dId)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(HANDLE)_beginthreadex(NULL, 0,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(unsigned(__stdcall*)(void*))pFunc,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pParam, dFlag,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(unsigned*)dId);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 LcNet_EventCreate(BOOL bManualReset,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BOOL bIntitialState)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CreateEvent(NULL,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bManualReset,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bIntitialState,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NULL);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상수와 함수 선언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패킷 최대 크기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Header / Kind / Tail 크기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Encode / Decode 공통 사용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PCK_BUF_MAX_MSG     1024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PCK_BUF_MAX_QUEUE   4096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PCK_BUF_HEAD        2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PCK_BUF_KIND        4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PCK_BUF_TAIL        4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LcNet_PacketEncode(void* pOut,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const void* sMsg,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iSndM,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DWORD nMsg,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iPstL = PCK_BUF_HEAD,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iPstM = PCK_BUF_KIND,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iPstT = PCK_BUF_TAIL);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LcNet_PacketDecode(void* sMsg,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DWORD* nMsg,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const void* pIn,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iRcvM,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iPstL = PCK_BUF_HEAD,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iPstM = PCK_BUF_KIND,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iPstT = PCK_BUF_TAIL);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구조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9718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길이 2바이트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종류 4바이트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메시지 가변 길이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Tail 4바이트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901952"/>
            <a:ext cx="122529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Length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2B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89320" y="182880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E0E7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62472" y="1901952"/>
            <a:ext cx="122529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0" y="1828800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DCFCE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901952"/>
            <a:ext cx="241401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bytes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12680" y="18288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85832" y="1901952"/>
            <a:ext cx="117957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4B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0" y="329184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3364992"/>
            <a:ext cx="40599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LcNet_PacketEncode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0" y="425196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325112"/>
            <a:ext cx="40599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LcNet_PacketDecode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0" y="2560320"/>
            <a:ext cx="0" cy="7315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3840480"/>
            <a:ext cx="0" cy="41148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PacketEncode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데이터를 라이브러리 패킷으로 변환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길이와 메시지 종류를 앞에 배치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Tail 영역 포함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LcNet_PacketEncode(void* pOut,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const void* sMsg,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iSndM,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DWORD nMsg,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iPstL,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iPstM,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+-----------+------------+---------+----------------+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|길이(2Byte)| 종류(4Byte)| 메시지  | tail(4Byte)    |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+-----------+------------+---------+----------------+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sEnc[4] = "123";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iHead = iPstL + iPstM;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iLen  = iPstL + iPstM + iSndM;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iTot  = iPstL + iPstM + iSndM + iPstT;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BYTE* sOut = (BYTE*)pOut;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memcpy(sOut + 0,     &amp;iTot, iPstL);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memcpy(sOut + iPstL, &amp;nMsg, iPstM);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memcpy(sOut + iHead,  sMsg, iSndM);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memcpy(sOut + iLen,   sEnc, iPstT);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iTot;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PacketDecode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전체 길이 검증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메시지 종류 복원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Payload만 사용자 버퍼로 복사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LcNet_PacketDecode(void* sMsg,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DWORD* nMsg,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const void* pIn,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iRcvM,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iPstL,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iPstM,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iPstT)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sEnc[4]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iTot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iLen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BYTE* sIn = (BYTE*)pIn;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memcpy(sEnc, sIn + iRcvM - iPstT, iPstM);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memcpy(&amp;iTot, sIn + 0, iPstL);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if(iTot != iRcvM)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iLen = iTot - (iPstL + iPstM + iPstT);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memcpy(nMsg, sIn + iPstL, iPstM);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memcpy(sMsg, sIn + iPstL + iPstM, iLen);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iLen;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Select 기준 구현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CLcNetSlct: I/O 모델의 기준 코드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FD_SET 직접 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449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FrameMove 기반 polling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75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Send/Recv와 RingBuffer 연결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05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Accept / Recv 분기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28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 구조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CLcNet 상속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클라이언트별 Send/Receive 링버퍼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FD_SET으로 소켓 목록 관리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CLcNetSlct : public CLcNet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LcNetSlctHost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TRingBuf rbSnd;  // 접속 클라이언트 Send용 링버퍼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TRingBuf rbRcv;  // 접속 클라이언트 Receive용 링버퍼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TRingBuf m_rbSnd;    // Send용 링버퍼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TRingBuf m_rbRcv;    // Receive용 링버퍼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FD_SET m_rmF;        // Remote Host FD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LcNetSlctHost m_rmH[FD_SETSIZE];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 상태 멤버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/ Send / Accept Thread 상태 보관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Select 모델에서는 FrameMove 중심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다른 모델과 형태 비교 기준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 m_hThRecv;    // Recv Thread Handle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 m_dThRecv;    // Recv Thread Id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m_nThRecv;    // Recv Thread State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 m_hThSend;    // Send Thread Handle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 m_dThSend;    // Send Thread Id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m_nThSend;    // Send Thread State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 m_hThAccp;    // Accept Thread Handle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 m_dThAccp;    // Accept Thread Id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m_nThAccp;    // Accept Thread State</a:t>
            </a:r>
            <a:endParaRPr lang="en-US" sz="8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IP / Port / Protocol / ServerType 입력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TCP / UDP 선택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Client면 Connect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Server면 Listen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CLcNetSlct::Create(void* p1, void* p2,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void* p3, void* p4)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sIp   = (const char*)p1;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sPort = (const char*)p2;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sPtcl = (const char*)p3;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sSvr  = (const char*)p4;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if(sIp)   m_sIp = sIp;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if(sPort) m_sPt = sPort;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 == _stricmp("TCP", sPtcl))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m_PtcType = NETPRT_TCP;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if(0 == _stricmp("UDP", sPtcl))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m_PtcType = NETPRT_UDP;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 == _stricmp("Client", sSvr))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m_HstType = NETHST_CLIENT;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Connect(nullptr, nullptr);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if(0 == _stricmp("Server", sSvr))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m_HstType = NETHST_SERVER;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Listen();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SocketAddr 구성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TCP 소켓 생성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connect 수행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NonBlocking + Nagle Off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FD_SET에 등록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CLcNetSlct::Connect(const char* sIp, const char* sPort)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if(sIp)   m_sIp = sIp;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if(sPort) m_sPt = sPort;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LcNet_SocketAddr(&amp;m_sdH, m_sIp, m_sPt);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if(NETPRT_TCP == m_PtcType)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if(FAILED(LcNet_SocketTcpCreate(&amp;m_scH)))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if(SUCCEEDED(LcNet_SocketConnect(m_scH, &amp;m_sdH)))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m_nThConn = TRUE;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LcNet_SocketNonBlocking(m_scH);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LcNet_SocketNaggleOff(m_scH);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Fd_Zero(&amp;m_rmF);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Fd_Set(m_scH, &amp;m_rmF);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SocketAddr 구성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TCP 소켓 생성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bind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listen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listen socket을 FD_SET에 등록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CLcNetSlct::Listen()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LcNet_SocketAddr(&amp;m_sdH, m_sIp, m_sPt);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if(NETPRT_TCP == m_PtcType)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if(FAILED(LcNet_SocketTcpCreate(&amp;m_scH)))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-1;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if(FAILED(LcNet_SocketBind(m_scH, &amp;m_sdH)))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if(FAILED(LcNet_SocketListen(m_scH)))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Fd_Zero(&amp;m_rmF);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Fd_Set(m_scH, &amp;m_rmF);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 데이터 → PacketEncode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기본 송신은 m_rbSnd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특정 클라이언트 송신은 m_rmH[nIdx].rbSnd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CLcNetSlct::Send(const char* pSrc, INT iSnd,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DWORD dMsg, SOCKET 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iSize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hr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if(0xFFFFFFFF == 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iSize = LcNet_PacketEncode(sBuf, (BYTE*)pSrc,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iSnd, dMsg);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 = m_rbSnd.PushBack(sBuf,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 nIdx = 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for(nIdx=1; nIdx&lt;m_rmF.fd_count; ++nIdx)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if(m_rmF.fd_array[nIdx] == scH) break;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iSize = LcNet_PacketEncode(sBuf, (BYTE*)pSrc,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iSnd, dMsg);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 = m_rmH[nIdx].rbSnd.PushBack(sBuf,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FAILED(hr) ? -1 :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Recv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수신 링버퍼에서 PopFront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PacketDecode로 사용자 메시지 복원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서버는 scH로 송신자 소켓 반환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CLcNetSlct::Recv(char* pDst, INT* iRcv,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DWORD* dMsg, SOCKET* 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iSize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hr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*iRcv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if(nullptr == 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 = m_rbRcv.PopFront(sBuf, &amp;iSize);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if(FAILED(hr) || 0 == iSize)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*iRcv = LcNet_PacketDecode((BYTE*)pDst,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dMsg, 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UINT nIdx = *scH + 1;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 = m_rmH[nIdx].rbRcv.PopFront(sBuf, &amp;iSize);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if(FAILED(hr) || 0 == iSize)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*iRcv = LcNet_PacketDecode((BYTE*)pDst,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dMsg, 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*scH = m_rmF.fd_array[nIdx];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FrameMoveSvr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write 가능 여부 확인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SendAllData 호출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read 가능 여부 확인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listen socket / client socket 분기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CLcNetSlct::FrameMoveSvr()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FD_SET fdsRead;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FD_SET fdsWrite;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TIMEVAL timeout;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fdsRead  = m_rmF;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fdsWrite = m_rmF;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timeout.tv_sec 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timeout.tv_usec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네트워크에 쓸 수 있는지 검사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hr = LcNet_SocketSelect(nullptr, &amp;fdsWrite, &amp;timeout);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if(FAILED(hr))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if(hr)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if(FAILED(hr = SendAllData()))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받은 데이터가 있는지 검사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 = LcNet_SocketSelect(&amp;fdsRead, nullptr, &amp;timeout);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if(FAILED(LcNet_SocketErrorCheck(hr)))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listen socket이면 Accept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client socket이면 recv 후 rbRcv PushBack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Sleep(1);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/ recv 분기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listen socket이면 accept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client socket이면 recv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수신 데이터는 rbRcv에 PushBack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if(m_scH == m_rmF.fd_array[i])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 scCln;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SOCKADDR_IN sdCln;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if(SUCCEEDED(LcNet_SocketAccept(&amp;scCln, &amp;sdCln, m_scH)))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if(scCln)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Fd_Set(scCln, &amp;m_rmF);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printf("New Client:%d, Remain: %d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scCln, (m_rmF.fd_count-1));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iSize = recv(m_rmF.fd_array[i],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(char*)sBuf, sizeof sBuf,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if(iSize &gt; 0)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m_rmH[i].rbRcv.PushBack(sBuf,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Fd_Clr(m_rmF.fd_array[i], &amp;m_rmF);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FrameMoveCln 수신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 read 검사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수행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오류 시 소켓 종료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수신 데이터 rbRcv 저장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if(FD_ISSET(m_scH, &amp;fdsRead))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iSize = recv(m_scH, (char*)sBuf, sizeof sBuf, 0);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if(FAILED(LcNet_SocketErrorCheck(iSize)))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LcNet_SocketClose(&amp;m_scH);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m_nThConn = 0;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if(iSize &lt;= 0)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sBuf[iSize] = 0;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m_rbRcv.PushBack(sBuf, iSize);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SendAllData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송신 링버퍼에서 꺼내기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클라이언트는 m_rbSnd 사용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서버는 클라이언트별 rbSnd 순회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CLcNetSlct::SendAllData()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iSize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while(1)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if(NETHST_CLIENT == m_HstType)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if(FAILED(m_rbSnd.PopFront(sBuf, &amp;iSize)))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send(m_scH, (char*)sBuf, iSize,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if(NETHST_SERVER == m_HstType)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for(UINT j=0; j&lt;m_rmF.fd_count; ++j)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if(m_scH != m_rmF.fd_array[j])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if(SUCCEEDED(m_rmH[j].rbSnd.PopFront(sBuf, &amp;iSize)))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send(m_rmF.fd_array[j], (char*)sBuf, iSize,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Fd_Set / Fd_Clr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FD_SET 직접 관리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중복 등록 방지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삭제 시 Host 배열도 함께 당김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CLcNetSlct::Fd_Set(SOCKET fd, FD_SET* fds)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for(u_int i=0; i&lt;fds-&gt;fd_count; i++)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if(fds-&gt;fd_array[i] == fd)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if(fds-&gt;fd_count &lt; FD_SETSIZE)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fds-&gt;fd_array[fds-&gt;fd_count] = fd;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fds-&gt;fd_count++;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CLcNetSlct::Fd_Clr(SOCKET fd, FD_SET* fds)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for(u_int i=0; i&lt;fds-&gt;fd_count; i++)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if(fds-&gt;fd_array[i] == fd)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while(i &lt; fds-&gt;fd_count-1)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fds-&gt;fd_array[i] = fds-&gt;fd_array[i+1];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memcpy(&amp;m_rmH[i], &amp;m_rmH[i+1],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sizeof(CLcNetSlct::LcNetSlctHost));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i++;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fds-&gt;fd_count--;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 데이터 흐름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9718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Send는 즉시 send가 아님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먼저 패킷화 후 송신 버퍼 저장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FrameMove에서 실제 send 수행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결과도 수신 버퍼 저장 후 Recv에서 Decode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572000" y="1143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21615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Send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143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121615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PacketEncode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052560" y="1143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25712" y="121615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rbSnd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52560" y="21488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25712" y="222199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SendAllData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12280" y="21488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222199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send()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0" y="3886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395935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recv()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12280" y="3886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395935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rbRcv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052560" y="3886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395935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PacketDecode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52560" y="48920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5712" y="4965192"/>
            <a:ext cx="168249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Recv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1389888"/>
            <a:ext cx="41148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41080" y="1389888"/>
            <a:ext cx="41148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66960" y="1645920"/>
            <a:ext cx="0" cy="5029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2395728"/>
            <a:ext cx="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4133088"/>
            <a:ext cx="41148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41080" y="4133088"/>
            <a:ext cx="41148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966960" y="4389120"/>
            <a:ext cx="0" cy="5029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AsyncSelect 구현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CLcNetSlctA: Window Message 기반 네트워크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WSAAsyncSelect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449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MsgProc 중심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75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GUI Client와 연결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05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Send Thread 분리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28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CLcNetSlctA 구조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소켓별 Host 구조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HWND와 사용자 메시지 보관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메시지 기반 네트워크 이벤트 처리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CLcNetSlctA : public CLcNet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LcNetSlctHost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      scH;   // 접속 클라이언트 소켓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SOCKADDR_IN sdH;   // 접속 클라이언트 어드레스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TRingBuf rbSnd;    // 접속 클라이언트 Send용 링버퍼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TRingBuf rbRcv;    // 접속 클라이언트 Receive용 링버퍼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LcNetSlctHost();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m_iNsck;           // 접속 소켓 수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LcNetSlctHost m_rmH[WSA_MAXIMUM_WAIT_EVENTS];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HWND  m_hWnd;          // Window Handle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m_dwMsg;         // User Define Message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AsyncSelect Connect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WSAAsyncSelect로 소켓 이벤트 연결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Non-blocking 전환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Connect 후 Send Thread 생성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CLcNetSlctA::Connect(const char* sIp, const char* sPort)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LcNet_SocketAddr(&amp;m_sdH, m_sIp, m_sPt);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LcNet_SocketTcpCreate(&amp;m_scH);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AsyncSelect에 연결. 자동 Non-blocking 전환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hr = WSAAsyncSelect(m_scH,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m_hWnd,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m_dwMsg,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FD_CONNECT | FD_READ |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FD_WRITE   | FD_CLOSE);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if(FAILED(LcNet_SocketErrorCheck(hr)))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hr = LcNet_SocketConnect(m_scH, &amp;m_sdH);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if(FAILED(LcNet_SocketErrorCheck(hr)))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LcNet_SocketNaggleOff(m_scH);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Ev_Zero();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Ev_Set(m_scH, &amp;m_sdH);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m_hThSend = LcNet_ThreadCreate(ThreadSend, this, 0, &amp;m_dThSend);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MsgProc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Window message에서 socket event 추출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WSAGETSELECTERROR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WSAGETSELECTEVENT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FD_ACCEPT / FD_READ / FD_CLOSE 처리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LRESULT CLcNetSlctA::MsgProc(HWND hWnd, UINT uMsg,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WPARAM wParam, LPARAM lParam)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if(uMsg != m_dwMsg || FAILED(m_nThSend))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 scHost = (SOCKET)wParam;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 dError = WSAGETSELECTERROR(lParam);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 dEvent = WSAGETSELECTEVENT(lParam);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if(dError)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printf("Network Error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close or remove client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if(FD_ACCEPT == dEvent)       { /* accept */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if(FD_CONNECT == dEvent) { m_nThConn = TRUE;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if(FD_READ == dEvent)    { /* recv + rbRcv */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if(FD_CLOSE == dEvent)   { /* close */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if(FD_WRITE == dEvent)   { /* send 가능 */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FD_READ 처리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클라이언트는 m_rbRcv 사용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서버는 해당 클라이언트 rbRcv 사용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후 RingBuffer에 저장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if(FD_READ == dEvent)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iSize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if(NETHST_CLIENT == m_HstType &amp;&amp; scHost == m_scH)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iSize = recv(m_scH, (char*)sBuf, sizeof sBuf,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if(iSize &gt; 0)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sBuf[iSize]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m_rbRcv.PushBack(sBuf,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if(NETHST_SERVER == m_HstType)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i=1; i&lt;m_iNsck; ++i)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if(m_rmH[i].scH == scHost)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iSize = recv(scHost, (char*)sBuf, sizeof sBuf,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if(iSize &gt; 0) m_rmH[i].rbRcv.PushBack(sBuf,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AsyncSelect 흐름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9718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소켓 이벤트가 윈도우 메시지로 전달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MsgProc에서 FD_* 이벤트 분기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GUI 프로그램과 결합하기 좋음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627632"/>
            <a:ext cx="18653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 Event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40880" y="15544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1627632"/>
            <a:ext cx="18653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 Msg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509760" y="15544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82912" y="1627632"/>
            <a:ext cx="18653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MsgProc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999232"/>
            <a:ext cx="127101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FD_ACCEPT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29260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999232"/>
            <a:ext cx="127101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FD_READ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863840" y="29260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2999232"/>
            <a:ext cx="127101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FD_WRITE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464040" y="29260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37192" y="2999232"/>
            <a:ext cx="1271016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FD_CLOSE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95160" y="43434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4416552"/>
            <a:ext cx="18653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rbRcv / rbSnd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1828800"/>
            <a:ext cx="45720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52560" y="1828800"/>
            <a:ext cx="45720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15600" y="2103120"/>
            <a:ext cx="0" cy="82296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55280" y="3429000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EventSelect 구현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CLcNetSlctE: WSAEVENT 기반 네트워크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WSAEventSelect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449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이벤트 배열 관리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75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Receive Thread 대기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05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WSAEnumNetworkEvents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28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CLcNetSlctE 구조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WSAEVENT 배열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소켓별 Host 배열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/ Send Thread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m_dEvnt로 이벤트 종류 저장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CLcNetSlctE : public CLcNet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LcNetSlctHost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      scH;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SOCKADDR_IN sdH;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TRingBuf rbSnd;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TRingBuf rbRcv;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m_iNsck;   // 접속 소켓 수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WSAEVENT m_rmE[WSA_MAXIMUM_WAIT_EVENTS];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LcNetSlctHost m_rmH[WSA_MAXIMUM_WAIT_EVENTS];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 m_hThRecv;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 m_hThSend;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WSAEVENT m_hEvnt;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   m_dEvnt;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EventSelect Connect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WSAEventCreate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WSAEventSelect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Connect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Recv/Send Thread 생성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m_hEvnt = LcNet_WSAEventCreate();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EventSelect에 연결. 자동 Non-blocking 전환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hr = WSAEventSelect(m_scH,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m_hEvnt,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FD_CONNECT | FD_READ |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FD_WRITE   | FD_CLOSE);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if(FAILED(LcNet_SocketErrorCheck(hr)))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 = LcNet_SocketConnect(m_scH, &amp;m_sdH);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if(FAILED(LcNet_SocketErrorCheck(hr)))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m_nThConn = TRUE;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LcNet_SocketNaggleOff(m_scH);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Ev_Zero();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Ev_Set(m_scH, &amp;m_sdH, m_hEvnt);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m_hThRecv = LcNet_ThreadCreate(ThreadRecv, this, 0, &amp;m_dThRecv);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m_hThSend = LcNet_ThreadCreate(ThreadSend, this, 0, &amp;m_dThSend);</a:t>
            </a:r>
            <a:endParaRPr lang="en-US" sz="7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ProcRecv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이벤트 배열 대기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발생 이벤트 인덱스 수집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WSAEnumNetworkEvents로 종류 확인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CLcNetSlctE::ProcRecv(void* pParam)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while(1)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EventArr[WSA_MAXIMUM_WAIT_EVENTS+4]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iNevt = LcNet_WSAEventWaits(EventArr, m_iNsck, m_rmE);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if(FAILED(iNevt))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i=0; i&lt;iNevt; ++i)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n = EventArr[i];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SOCKET s = m_rmH[n].scH;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WSAEVENT e = m_rmE[n];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if(FAILED(m_dEvnt = LcNet_WSAEventEnum(s, e)))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if(FD_ACCEPT == m_dEvnt)  { /* accept */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if(FD_READ == m_dEvnt) { /* recv */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if(FD_CLOSE == m_dEvnt){ /* close */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FD_ACCEPT 처리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accept 후 클라이언트용 WSAEVENT 생성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 소켓도 WSAEventSelect 연결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Ev_Set으로 배열 등록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if(FD_ACCEPT == m_dEvnt)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 scCln;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SOCKADDR_IN sdCln;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WSAEVENT evCln;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if(SUCCEEDED(LcNet_SocketAccept(&amp;scCln, &amp;sdCln, m_scH)))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if(scCln)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evCln = LcNet_WSAEventCreate();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LcNet_WSAEventSelect(scCln, evCln,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FD_READ | FD_WRITE | FD_CLOSE);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printf("New Client: %d 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scCln);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Ev_Set(scCln, &amp;sdCln, evCln);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EventSelect 흐름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9718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Window message 불필요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이벤트 객체 배열로 처리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Thread에서 이벤트 대기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소켓 수 제한은 WSA_MAXIMUM_WAIT_EVENTS 고려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490472"/>
            <a:ext cx="195681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WSAEVENT[]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14173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05472" y="1490472"/>
            <a:ext cx="22311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WSAWait...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875520" y="14173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48672" y="1490472"/>
            <a:ext cx="13167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278892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862072"/>
            <a:ext cx="23225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WSAEnumNetworkEvents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0" y="27889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672" y="2862072"/>
            <a:ext cx="14081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FD_READ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601200" y="27889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4352" y="2862072"/>
            <a:ext cx="14081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FD_CLOSE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75120" y="41605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4233672"/>
            <a:ext cx="223113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rbRcv / rbSnd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45720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509760" y="1691640"/>
            <a:ext cx="36576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607040" y="1965960"/>
            <a:ext cx="0" cy="82296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0" y="3063240"/>
            <a:ext cx="5486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66760" y="3337560"/>
            <a:ext cx="0" cy="82296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IOCP 구현 구조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CLcNetIocp: 완료 통지 기반 서버 구조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Overlapped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449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Client Host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75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Completion 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05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Worker Thread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28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TlnOVERLAP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I/O 요청 하나의 상태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WSAOVERLAPPED + WSABUF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 / RECV 구분값 보관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TlnOVERLAP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WSAOVERLAPPED wsO;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WSABUF        wsB;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TlcWSAData wsD[PCK_BUF_MAX_MSG];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dTran;  // Transfer size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dFlag;  // Send or Receive flag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dEnum;  // NETEVT_SEND / NETEVT_RECV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dEnbl;  // Send 가능 상태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TlnOVERLAP();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Reset();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4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LcNetIocpHost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 1개 상태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Recv/Send Overlap 분리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Recv/Send RingBuffer 분리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LcNetIocpHost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      scH;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SOCKADDR_IN sdH;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TlnOVERLAP olRcv;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TlnOVERLAP olSnd;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TRingBuf rbRcv;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TRingBuf rbSnd;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LcNetIocpHost();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LcNetIocpHost(SOCKET _scH, const SOCKADDR_IN* _sdH);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SetSocket(SOCKET _scH);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SetSocketAddr(const SOCKADDR_IN* _sdH);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Destroy();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AsyncRecv();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AsyncSend();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RingBufPush(INT iRcv);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멤버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Completion Port Handle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 목록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Worker Thread 배열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Accept Thread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LcNetIocpHost m_pIoH;  // Host / Listen socket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lsIocpH       m_vIoH;  // 접속 클라이언트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 m_hIocp;        // IOCP Handle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 m_nCPU;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HANDLE* m_hThWork;     // Work Thread Handle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DWORD*  m_dThWork;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 m_nThWork;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 m_hThAccp;      // Accept Thread Handle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 m_dThAccp;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  m_nThAccp;</a:t>
            </a:r>
            <a:endParaRPr lang="en-US" sz="8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Create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Select 계열과 같은 Create 패턴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Protocol / ServerType 결정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Client면 Connect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Server면 Listen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CLcNetIocp::Create(void* p1, void* p2,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void* p3, void* p4)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sIp   = (const char*)p1;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sPort = (const char*)p2;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sPtcl = (const char*)p3;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sSvr  = (const char*)p4;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if(sIp)   m_sIp = sIp;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if(sPort) m_sPt = sPort;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 == _stricmp("TCP", sPtcl))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m_PtcType = NETPRT_TCP;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 == _stricmp("Client", sSvr))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m_HstType = NETHST_CLIENT;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Connect(nullptr, nullptr);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if(0 == _stricmp("Server", sSvr))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m_HstType = NETHST_SERVER;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Listen();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AsyncRecv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WSARecv 비동기 요청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OVERLAPPED 전달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WSA_IO_PENDING은 정상 대기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완료는 Worker Thread에서 처리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CLcNetIocp::LcNetIocpHost::AsyncRecv()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olRcv.Reset();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olRcv.dEnum = NETEVT_RECV;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olRcv.wsB.buf = (char*)olRcv.wsD;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olRcv.wsB.len = PCK_BUF_MAX_MSG;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DWORD dFlag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hr = WSARecv(scH,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&amp;olRcv.wsB,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1,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&amp;olRcv.dTran,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&amp;dFlag,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&amp;olRcv.wsO,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NULL);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if(SOCKET_ERROR == hr)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err = WSAGetLastError();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if(WSA_IO_PENDING != err)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소켓 큐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완료된 Recv 소켓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새로 접속한 소켓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닫힌 소켓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FrameMove와 Worker Thread 연결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TqueCrc* m_pScktMsg; // 메시지 받은 소켓 리스트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TqueCrc* m_pScktNew; // 생성한 소켓 리스트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TqueCrc* m_pScktCls; // 닫은 소켓 리스트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SocketRecvPush(SOCKET scH);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SocketRecvPop(SOCKET* scH);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SocketRecvCount();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SocketNewPush(SOCKET scH);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SocketNewPop(SOCKET* scH);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SocketNewCount();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SocketClosePush(SOCKET scH);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SocketClosePop(SOCKET* scH);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 SocketCloseCount();</a:t>
            </a:r>
            <a:endParaRPr lang="en-US" sz="8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흐름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29718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I/O 요청과 완료 분리</a:t>
            </a: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Worker Thread가 완료 통지 처리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완료 후 다시 AsyncRecv 요청</a:t>
            </a:r>
            <a:endParaRPr lang="en-US" sz="1520" dirty="0"/>
          </a:p>
          <a:p>
            <a:pPr marL="0" indent="0">
              <a:buNone/>
            </a:pPr>
            <a:endParaRPr lang="en-US" sz="1520" dirty="0"/>
          </a:p>
          <a:p>
            <a:pPr marL="0" indent="0">
              <a:buNone/>
            </a:pPr>
            <a:r>
              <a:rPr lang="en-US" sz="15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 확장성 중심 모델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261872"/>
            <a:ext cx="168249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AsyncRecv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18872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261872"/>
            <a:ext cx="18653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I/O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18320" y="11887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2" y="1261872"/>
            <a:ext cx="168249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03720" y="26060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2679192"/>
            <a:ext cx="18653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ProcWork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0" y="402336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4096512"/>
            <a:ext cx="168249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RingBufPush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03720" y="402336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4096512"/>
            <a:ext cx="186537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PacketDecode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418320" y="402336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91472" y="4096512"/>
            <a:ext cx="1682496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Recv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1463040"/>
            <a:ext cx="50292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15400" y="1463040"/>
            <a:ext cx="50292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7909560" y="1737360"/>
            <a:ext cx="2423160" cy="86868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09560" y="3154680"/>
            <a:ext cx="0" cy="86868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0" y="4297680"/>
            <a:ext cx="50292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915400" y="4297680"/>
            <a:ext cx="50292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WSAStartup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Winsock 2.2 초기화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버전 확인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실패 시 WSACleanup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LcNet_WSAStartup()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wVersion;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WSADATA wsaData;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wVersion = MAKEWORD(2, 2);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 != WSAStartup(wVersion, &amp;wsaData))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if(LOBYTE(wsaData.wVersion) != 2 ||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HIBYTE(wsaData.wVersion) != 2)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WSACleanup();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SocketAddr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IP / Port를 sockaddr_in으로 변환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IP 없으면 INADDR_ANY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Server Listen에서 중요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LcNet_SocketAddr(SOCKADDR_IN* pOut,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char* sIp,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char* sPort)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memset(pOut, 0, sizeof(SOCKADDR_IN));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pOut-&gt;sin_family = AF_INET;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pOut-&gt;sin_port   = htons(atoi(sPort));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if(sIp &amp;&amp; strlen(sIp)&gt;1)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pOut-&gt;sin_addr.s_addr = inet_addr(sIp);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pOut-&gt;sin_addr.s_addr = htonl(INADDR_ANY);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 Option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Non-blocking 전환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Nagle off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DirectBuffer 옵션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라이브러리 내부 정책으로 감춤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LcNet_SocketNonBlocking(SOCKET scH, BOOL bOn)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u_long on = bOn ? 1 :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ioctlsocket(scH, FIONBIO, &amp;on);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LcNet_SocketNaggleOff(SOCKET scH, BOOL bOff)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bNagle = bOff ? 1 : 0; // Nagle 알고리즘 중지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setsockopt(scH,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IPPROTO_TCP,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TCP_NODELAY,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(char*)&amp;bNagle,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sizeof bNagle);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LcNet_SocketDirectBuffer(SOCKET 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nZero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setsockopt(scH,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SOL_SOCKET,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SO_SNDBUF,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(const char*)&amp;nZero,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sizeof nZero);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WSAEventWaits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EventSelect에서 이벤트 배열 대기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발생한 이벤트 인덱스 수집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여러 이벤트 처리 기반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LcNet_WSAEventWaits(INT* pArr, INT nSrc, HANDLE* pSrc)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iN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nIdx =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nIdx = WSAWaitForMultipleEvents(nSrc,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pSrc,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FALSE,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WSA_INFINITE,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FALSE);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nIdx -= WSA_WAIT_EVENT_0;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if(nIdx&lt;0 || nIdx&gt;=WSA_MAXIMUM_WAIT_EVENTS)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if(1 == nSrc)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nSrc;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i=nIdx; i&lt;nSrc; ++i)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nIdx = WSAWaitForMultipleEvents(1, &amp;pSrc[i], TRUE, 0, FALSE);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if(nIdx==WSA_WAIT_FAILED || nIdx==WSA_WAIT_TIMEOUT)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pArr[iN++] = i;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AsyncSelect Listen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bind 후 WSAAsyncSelect 연결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FD_ACCEPT / FD_READ / FD_WRITE / FD_CLOSE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 Thread 생성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CLcNetSlctA::Listen()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LcNet_SocketAddr(&amp;m_sdH, m_sIp, m_sPt);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LcNet_SocketTcpCreate(&amp;m_scH);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if(FAILED(LcNet_SocketBind(m_scH, &amp;m_sdH)))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WSAAsyncSelect는 소켓을 자동 Non-blocking으로 전환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hr = WSAAsyncSelect(m_scH,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m_hWnd,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m_dwMsg,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FD_ACCEPT | FD_READ |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FD_WRITE  | FD_CLOSE);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if(FAILED(LcNet_SocketErrorCheck(hr)))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if(FAILED(LcNet_SocketListen(m_scH)))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Ev_Zero();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Ev_Set(m_scH, &amp;m_sdH);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m_hThSend = LcNet_ThreadCreate(ThreadSend, this, 0, &amp;m_dThSend);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AsyncSelect ProcSend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송신 Thread에서 rbSnd 소비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클라이언트/서버 분기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처리 후 ThreadSuspend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CLcNetSlctA::ProcSend(void* pParam)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 iSize = 0;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while(SUCCEEDED(m_nThSend))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if(NETHST_CLIENT == m_HstType)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if(FAILED(m_rbSnd.PopFront(sBuf, &amp;iSize)))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send(m_scH, (char*)sBuf, iSize, 0);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if(NETHST_SERVER == m_HstType)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for(INT i=0; i&lt;m_iNsck; ++i)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if(m_scH != m_rmH[i].scH)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if(SUCCEEDED(m_rmH[i].rbSnd.PopFront(sBuf, &amp;iSize)))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send(m_rmH[i].scH, (char*)sBuf, iSize, 0);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LcNet_ThreadSuspend(&amp;m_hThSend);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m_nThSend = -1;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EventSelect Listen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listen 전 이벤트 연결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WSAEventSelect 사용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Recv/Send Thread 생성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CLcNetSlctE::Listen()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LcNet_SocketAddr(&amp;m_sdH, m_sIp, m_sPt);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LcNet_SocketTcpCreate(&amp;m_scH);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if(FAILED(LcNet_SocketBind(m_scH, &amp;m_sdH)))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Accept 전에 이벤트 연결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m_hEvnt = LcNet_WSAEventCreate();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if(SOCKET_ERROR == WSAEventSelect(m_scH,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m_hEvnt,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FD_ACCEPT | FD_READ |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FD_WRITE  | FD_CLOSE))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if(FAILED(LcNet_SocketListen(m_scH)))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Ev_Zero();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Ev_Set(m_scH, &amp;m_sdH, m_hEvnt);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m_hThRecv = LcNet_ThreadCreate(ThreadRecv, this, 0, &amp;m_dThRecv);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m_hThSend = LcNet_ThreadCreate(ThreadSend, this, 0, &amp;m_dThSend);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EventSelect FD_READ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FD_READ 이벤트에서 recv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클라이언트는 m_rbRcv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서버는 m_rmH[n].rbRcv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if(FD_READ == m_dEvnt)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if(NETHST_CLIENT == m_HstType)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iSize = recv(m_scH, (char*)sBuf, sizeof sBuf,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if(iSize &gt; 0)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sBuf[iSize]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m_rbRcv.PushBack(sBuf,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if(NETHST_SERVER == m_HstType &amp;&amp; s &amp;&amp; s != m_scH)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iSize = recv(s, (char*)sBuf, sizeof sBuf,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if(iSize &gt; 0)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sBuf[iSize] =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m_rmH[n].rbRcv.PushBack(sBuf,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Connect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Overlapped 소켓 생성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Completion Port 생성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CPU * 2 Worker Thread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소켓을 IOCP에 연결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최초 AsyncRecv 요청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CLcNetIocp::Connect(const char* sIp, const char* sPort)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LcNet_SocketAddr(&amp;m_sdH, m_sIp, m_sPt);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LcNet_SocketTcpCreate(&amp;m_scH, TRUE); // Overlapped TCP Socket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if(SUCCEEDED(LcNet_SocketConnect(m_scH, &amp;m_sdH)))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m_nThConn = TRUE;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m_nCPU  = LcNet_GetSystemProcessNumber() * 2;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m_hIocp = LcNet_IocpPortCreate((SOCKET)INVALID_HANDLE_VALUE,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nullptr, 0);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LcNet_SocketNaggleOff(m_scH);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m_hThWork = new HANDLE[m_nCPU];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m_dThWork = new DWORD [m_nCPU];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i=0; i&lt;m_nCPU; ++i)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m_hThWork[i] = LcNet_ThreadCreate(ThreadWork, this, 0,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&amp;m_dThWork[i]);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m_pIoH.SetSocket(m_scH);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m_pIoH.SetSocketAddr(&amp;m_sdH);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LcNet_IocpPortCreate(m_pIoH.scH, m_hIocp, &amp;m_pIoH);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m_pIoH.AsyncRecv();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
</a:t>
            </a:r>
            <a:r>
              <a:rPr lang="en-US" sz="6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</a:t>
            </a:r>
            <a:r>
              <a:rPr lang="en-US" sz="6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Listen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Completion Port 생성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소켓 상태 큐 생성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Worker Thread 생성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Accept Thread 생성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CLcNetIocp::Listen()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LcNet_SocketAddr(&amp;m_sdH, m_sIp, m_sPt);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LcNet_SocketTcpCreate(&amp;m_scH);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LcNet_SocketBind(m_scH, &amp;m_sdH);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m_nCPU  = LcNet_GetSystemProcessNumber() * 2;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m_hIocp = LcNet_IocpPortCreate((SOCKET)INVALID_HANDLE_VALUE,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nullptr, 0);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m_pScktMsg = new TqueCrc&lt;CLcNetIocp::TsckMsg&gt;(65536);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m_pScktNew = new TqueCrc&lt;CLcNetIocp::TsckMsg&gt;(65536);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m_pScktCls = new TqueCrc&lt;CLcNetIocp::TsckMsg&gt;(65536);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m_hThWork = new HANDLE[m_nCPU];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m_dThWork = new DWORD [m_nCPU];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for(INT i=0; i&lt;m_nCPU; ++i)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m_hThWork[i] = LcNet_ThreadCreate(ThreadWork, this, 0,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&amp;m_dThWork[i]);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LcNet_SocketListen(m_scH);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m_hThAccp = LcNet_ThreadCreate(ThreadAccp, this, 0, &amp;m_dThAccp);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Send / SendAllData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Send는 rbSnd에 패킷 저장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SendAllData에서 AsyncSend 요청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서버는 모든 클라이언트 순회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CLcNetIocp::Send(const char* pSrc, INT iSnd,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DWORD dMsg, SOCKET 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BYTE sBuf[PCK_BUF_MAX_MSG] = {0};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iSize = LcNet_PacketEncode(sBuf, (BYTE*)pSrc, iSnd, dMsg);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if(0xFFFFFFFF == 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m_pIoH.rbSnd.PushBack(sBuf,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auto&amp; pHst = LcNet_Find_Socket(m_vIoH.begin(),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m_vIoH.end(),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if(pHst == m_vIoH.end() || !*pHst)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-1;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(*pHst)-&gt;rbSnd.PushBack(sBuf, iSize);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CLcNetIocp::SendAllData()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if(NETHST_CLIENT == m_HstType)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m_pIoH.AsyncSend();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if(NETHST_SERVER == m_HstType)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for(auto pIoH : m_vIoH)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pIoH-&gt;AsyncSend();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ProcWork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완료 통지 수신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완료면 RingBufPush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다시 AsyncRecv 요청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 완료면 dEnbl TRUE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 = GetQueuedCompletionStatus(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m_hIocp,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&amp;dTran,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(LPDWORD)&amp;pIoH,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(LPOVERLAPPED*)&amp;pOL,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INFINITE);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if(0 &lt; hr &amp;&amp; dTran &amp;&amp; pIoH &amp;&amp; pOL)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if(NETEVT_RECV == pOL-&gt;dEnum)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pIoH-&gt;RingBufPush(dTran);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if(NETHST_SERVER == m_HstType)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SocketRecvPush(pIoH-&gt;scH);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다시 비동기 수신 요청 필수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pIoH-&gt;AsyncRecv();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if(NETEVT_SEND == pOL-&gt;dEnum)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pOL-&gt;dEnbl = TRUE;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if(0 == dTran)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연결 종료 또는 네트워크 오류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Accept Thread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Accept 전담 Thread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새 Host 생성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IOCP 연결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최초 AsyncRecv 요청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DWORD CLcNetIocp::ProcAccp(void* pParam)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while(1)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SOCKET scH;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SOCKADDR_IN sdH;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hr = LcNet_SocketAccept(&amp;scH, &amp;sdH, m_scH);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if(FAILED(hr))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if(scH)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printf("New Client socket:%d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LcNetIocpHost* pIoH = new LcNetIocpHost(scH, &amp;sdH);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m_vIoH.push_back(pIoH);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LcNet_IocpPortCreate(pIoH-&gt;scH, m_hIocp, pIoH);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pIoH-&gt;AsyncRecv();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SocketNewPush(scH);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
</a:t>
            </a:r>
            <a:r>
              <a:rPr lang="en-US" sz="7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</a:t>
            </a: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RingBufPush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완료 버퍼를 rbRcv에 저장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SocketRecvPush로 게임 루프에 알림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다시 AsyncRecv로 수신 지속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CLcNetIocp::LcNetIocpHost::RingBufPush(INT iRcv)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완료된 수신 버퍼 내용을 링버퍼에 복사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rbRcv.PushBack(olRcv.wsD, iRcv);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Worker Thread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pIoH-&gt;RingBufPush(dTran);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SocketRecvPush(pIoH-&gt;scH);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pIoH-&gt;AsyncRecv();</a:t>
            </a:r>
            <a:endParaRPr lang="en-US" sz="84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모델 비교표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CLcNetSlct: FrameMove + select polling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CLcNetSlctA: Window Message + MsgProc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CLcNetSlctE: WSAEVENT + Recv Thread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CLcNetIocp: Completion Port + Worker Thread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공통점: Send는 rbSnd, Recv는 rbRcv, PacketEncode/Decode 사용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실무 관점 정리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 사용 + 필요한 위험 지점만 표시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recv buffer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0449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send 반환값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5753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model 선택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056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실습 범위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12700">
            <a:solidFill>
              <a:srgbClr val="5B7D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282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recv 후 null 처리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문자열 출력과 패킷 버퍼 분리 필요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iSize가 버퍼 최대면 범위 초과 가능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수신 크기 기준 처리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주의 지점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sBuf[PCK_BUF_MAX_MSG] = {0};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iSize = recv(sock, (char*)sBuf, sizeof sBuf, 0);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if(iSize &gt; 0)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sBuf[iSize] = 0;          // iSize == PCK_BUF_MAX_MSG면 범위 초과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rbRcv.PushBack(sBuf, iSize);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실무 처리 방향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문자열 종료와 패킷 버퍼 처리 분리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recvSize는 항상 바이트 크기로 처리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로그 출력용 버퍼만 별도 null terminate</a:t>
            </a:r>
            <a:endParaRPr lang="en-US" sz="84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send 반환값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338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37490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send는 부분 전송 가능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원본 흐름은 수업용 단순 send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실무에서는 잔여 바이트 관리 필요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617720" y="1115568"/>
            <a:ext cx="7059168" cy="5285232"/>
          </a:xfrm>
          <a:prstGeom prst="roundRect">
            <a:avLst>
              <a:gd name="adj" fmla="val 1038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225296"/>
            <a:ext cx="6839712" cy="5065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원본 흐름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 = send(sock, (char*)sBuf, iSize, 0);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실무 주의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반환값은 실제 전송 바이트 수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iSize보다 작을 수 있음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처리 방향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남은 바이트를 rbSnd에 다시 보관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FD_WRITE / IOCP Send 완료에서 이어서 전송
</a:t>
            </a:r>
            <a:r>
              <a:rPr lang="en-US" sz="8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SendAllData는 "가능한 만큼 전송"으로 설계</a:t>
            </a:r>
            <a:endParaRPr lang="en-US" sz="84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기준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Select: 구조 이해용, 단일 루프, 소규모 연결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AsyncSelect: WinAPI GUI와 결합, MsgProc 중심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EventSelect: Window 메시지 없이 이벤트 객체 처리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IOCP: 서버 확장성 중심, 완료 통지, Worker Thread 구조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실습 권장 범위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CLcNetSlct 기준 서버/클라이언트 실행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Create → Connect / Listen 흐름 확인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Send → PacketEncode → rbSnd 흐름 확인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FrameMove → select → send / recv 흐름 확인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Recv → rbRcv → PacketDecode 흐름 확인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AsyncSelect / EventSelect / IOCP는 코드 읽기 중심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결과물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 1개 실행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클라이언트 2개 이상 접속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문자열 메시지 송수신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서버에서 수신 클라이언트 구분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Broadcast 또는 Echo 중 하나 구현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연결 종료 시 소켓 목록 정리 확인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사용 방법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Library 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475720" y="6519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처음 10장은 구조 개요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중간 코드는 원본 흐름 설명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주의 슬라이드는 전체 수정이 아니라 위험 지점만 설명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수업 중 코드는 CLcNetSlct 중심으로 따라가기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IOCP는 구조 읽기까지만 진행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7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라이브러리는 API 묶음이 아니라 I/O 모델 교체 가능한 구조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ILcNet → CLcNet → LcNetUtil → Select / AsyncSelect / EventSelect / IOCP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실습은 CLcNetSlct로 흐름 완성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모델은 구조 비교와 코드 읽기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01400" y="6400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FC7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11808</Words>
  <Application>Microsoft Office PowerPoint</Application>
  <PresentationFormat>와이드스크린</PresentationFormat>
  <Paragraphs>869</Paragraphs>
  <Slides>76</Slides>
  <Notes>76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76</vt:i4>
      </vt:variant>
    </vt:vector>
  </HeadingPairs>
  <TitlesOfParts>
    <vt:vector size="80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Game Programming Curriculum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Library Implementation</dc:title>
  <dc:subject>Network Library Implementation</dc:subject>
  <dc:creator>Heesung Oh</dc:creator>
  <cp:lastModifiedBy>Heesung Oh</cp:lastModifiedBy>
  <cp:revision>3</cp:revision>
  <dcterms:created xsi:type="dcterms:W3CDTF">2026-05-12T21:58:36Z</dcterms:created>
  <dcterms:modified xsi:type="dcterms:W3CDTF">2026-05-12T22:35:02Z</dcterms:modified>
</cp:coreProperties>
</file>