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6" r:id="rId2"/>
    <p:sldId id="268" r:id="rId3"/>
    <p:sldId id="270" r:id="rId4"/>
    <p:sldId id="273" r:id="rId5"/>
  </p:sldIdLst>
  <p:sldSz cx="9144000" cy="6858000" type="screen4x3"/>
  <p:notesSz cx="6858000" cy="9144000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Arial" panose="020B0604020202020204" pitchFamily="34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66FF33"/>
    <a:srgbClr val="9900FF"/>
    <a:srgbClr val="FF33CC"/>
    <a:srgbClr val="003300"/>
    <a:srgbClr val="008000"/>
    <a:srgbClr val="CCCC00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143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650" y="114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E47D9890-D53A-4C79-3C46-1E55656AF2D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019CB5F8-7FDF-F625-5709-FD89ED5279AD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34655490-52F1-1C2D-055E-A61C5E0F97FE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5C2BA957-836F-9EBD-189F-F0AB476AC64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7F4A3904-4605-73B0-0881-AD75D8366928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>
                <a:latin typeface="굴림" charset="-127"/>
                <a:ea typeface="굴림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B98C368-D47E-AC88-96E2-B2765130EAA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>
                <a:latin typeface="굴림" panose="020B0600000101010101" pitchFamily="50" charset="-127"/>
              </a:defRPr>
            </a:lvl1pPr>
          </a:lstStyle>
          <a:p>
            <a:pPr>
              <a:defRPr/>
            </a:pPr>
            <a:fld id="{92BB6B3D-A51E-4E1C-B0A9-93EE2C37357A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81D3A070-642A-C30A-B769-BEB79DC6990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41863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5C06FD6-9D4D-3922-D7D7-8D13908ABF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846774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BBAEDFC8-8086-AAB1-3712-2C75C376B411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0544201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F6B80D9A-85BA-F935-DF0C-87DD79FBE264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1699414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3E7C6C6D-124B-A697-6734-C829AD3F4F27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2715779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8B25EB92-A163-DF23-74E5-7AE94BEE5F54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9624404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12F64312-C86F-71A5-541A-38054C1C0690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2482821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BEBD0263-52B6-6D3C-B12B-15732DD0371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112774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24EC7ECA-8EA6-A507-46AB-64676E6D101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1544059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2270C2B-26CE-B9CA-F1BA-D012E3EEF32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8999134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C5E248C-6FC8-72F2-3AFC-4FDB4204654C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80131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3404F7F4-9852-F62E-628F-CA555E2EA9A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2E347712-BE41-42C7-2E02-96A3C75F02A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4917DD28-CD59-AFA6-E235-F737FBFFE8CD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itchFamily="18" charset="-127"/>
                <a:ea typeface="HY견고딕" pitchFamily="18" charset="-127"/>
              </a:defRPr>
            </a:lvl1pPr>
          </a:lstStyle>
          <a:p>
            <a:pPr>
              <a:defRPr/>
            </a:pPr>
            <a:r>
              <a:rPr lang="ko-KR" altLang="en-US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30D47A27-09B4-9FC1-1251-82EEF6A4A36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anose="020B0604020202020204" pitchFamily="34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>
                <a:solidFill>
                  <a:schemeClr val="bg2"/>
                </a:solidFill>
                <a:latin typeface="굴림" panose="020B0600000101010101" pitchFamily="50" charset="-127"/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itchFamily="18" charset="-127"/>
          <a:ea typeface="가을체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itchFamily="18" charset="-127"/>
          <a:ea typeface="가을체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itchFamily="18" charset="-127"/>
          <a:ea typeface="가을체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itchFamily="18" charset="-127"/>
          <a:ea typeface="가을체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itchFamily="18" charset="-127"/>
          <a:ea typeface="가을체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itchFamily="18" charset="-127"/>
          <a:ea typeface="가을체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itchFamily="18" charset="-127"/>
          <a:ea typeface="가을체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itchFamily="18" charset="-127"/>
          <a:ea typeface="가을체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sz="2000" b="1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itchFamily="2" charset="2"/>
        <a:buChar char="v"/>
        <a:defRPr kumimoji="1" sz="1600" b="1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itchFamily="2" charset="2"/>
        <a:buChar char="v"/>
        <a:defRPr kumimoji="1" sz="1600" b="1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itchFamily="2" charset="2"/>
        <a:buChar char="v"/>
        <a:defRPr kumimoji="1" sz="1600" b="1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itchFamily="2" charset="2"/>
        <a:buChar char="v"/>
        <a:defRPr kumimoji="1" sz="1600" b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바닥글 개체 틀 3">
            <a:extLst>
              <a:ext uri="{FF2B5EF4-FFF2-40B4-BE49-F238E27FC236}">
                <a16:creationId xmlns:a16="http://schemas.microsoft.com/office/drawing/2014/main" id="{F547660F-5883-A711-2760-C59D1B4F8F2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3075" name="Rectangle 2">
            <a:extLst>
              <a:ext uri="{FF2B5EF4-FFF2-40B4-BE49-F238E27FC236}">
                <a16:creationId xmlns:a16="http://schemas.microsoft.com/office/drawing/2014/main" id="{1227D6F4-0897-D83B-FAA7-4B6351A2955A}"/>
              </a:ext>
            </a:extLst>
          </p:cNvPr>
          <p:cNvSpPr>
            <a:spLocks noGrp="1" noChangeArrowheads="1"/>
          </p:cNvSpPr>
          <p:nvPr>
            <p:ph type="ctrTitle"/>
          </p:nvPr>
        </p:nvSpPr>
        <p:spPr>
          <a:xfrm>
            <a:off x="685800" y="2708275"/>
            <a:ext cx="7772400" cy="1143000"/>
          </a:xfrm>
        </p:spPr>
        <p:txBody>
          <a:bodyPr/>
          <a:lstStyle/>
          <a:p>
            <a:pPr algn="ctr" eaLnBrk="1" hangingPunct="1"/>
            <a:r>
              <a:rPr lang="en-US" altLang="ko-KR" sz="3200">
                <a:solidFill>
                  <a:schemeClr val="tx1"/>
                </a:solidFill>
              </a:rPr>
              <a:t>Network Programming - 05</a:t>
            </a:r>
            <a:br>
              <a:rPr lang="en-US" altLang="ko-KR" sz="3200">
                <a:solidFill>
                  <a:schemeClr val="tx1"/>
                </a:solidFill>
              </a:rPr>
            </a:br>
            <a:r>
              <a:rPr lang="en-US" altLang="ko-KR" sz="3200">
                <a:solidFill>
                  <a:schemeClr val="tx1"/>
                </a:solidFill>
              </a:rPr>
              <a:t> </a:t>
            </a:r>
            <a:r>
              <a:rPr lang="en-US" altLang="ko-KR" sz="1400">
                <a:solidFill>
                  <a:schemeClr val="tx1"/>
                </a:solidFill>
              </a:rPr>
              <a:t>afewhee@gmail.com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바닥글 개체 틀 3">
            <a:extLst>
              <a:ext uri="{FF2B5EF4-FFF2-40B4-BE49-F238E27FC236}">
                <a16:creationId xmlns:a16="http://schemas.microsoft.com/office/drawing/2014/main" id="{7A4CDFB4-AE57-2C7C-F40A-0B68FAFC5A5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4099" name="Rectangle 2">
            <a:extLst>
              <a:ext uri="{FF2B5EF4-FFF2-40B4-BE49-F238E27FC236}">
                <a16:creationId xmlns:a16="http://schemas.microsoft.com/office/drawing/2014/main" id="{E2B56206-21D6-BC15-3F8C-3328ADC40BB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0. </a:t>
            </a:r>
            <a:r>
              <a:rPr lang="ko-KR" altLang="en-US" sz="2400"/>
              <a:t>목차</a:t>
            </a:r>
          </a:p>
        </p:txBody>
      </p:sp>
      <p:sp>
        <p:nvSpPr>
          <p:cNvPr id="4100" name="Rectangle 3">
            <a:extLst>
              <a:ext uri="{FF2B5EF4-FFF2-40B4-BE49-F238E27FC236}">
                <a16:creationId xmlns:a16="http://schemas.microsoft.com/office/drawing/2014/main" id="{64EB74D7-5B64-161E-5D11-E1E19D5EAF9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/>
              <a:t>게임 서버 구조</a:t>
            </a:r>
          </a:p>
          <a:p>
            <a:pPr eaLnBrk="1" hangingPunct="1"/>
            <a:endParaRPr lang="ko-KR" altLang="en-US"/>
          </a:p>
          <a:p>
            <a:pPr eaLnBrk="1" hangingPunct="1"/>
            <a:r>
              <a:rPr lang="en-US" altLang="ko-KR"/>
              <a:t>Network </a:t>
            </a:r>
            <a:r>
              <a:rPr lang="ko-KR" altLang="en-US"/>
              <a:t>추상 클래스</a:t>
            </a:r>
          </a:p>
          <a:p>
            <a:pPr eaLnBrk="1" hangingPunct="1"/>
            <a:endParaRPr lang="ko-KR" altLang="en-US"/>
          </a:p>
          <a:p>
            <a:pPr eaLnBrk="1" hangingPunct="1"/>
            <a:r>
              <a:rPr lang="en-US" altLang="ko-KR"/>
              <a:t>Network Library</a:t>
            </a:r>
          </a:p>
          <a:p>
            <a:pPr eaLnBrk="1" hangingPunct="1"/>
            <a:endParaRPr lang="en-US" altLang="ko-KR"/>
          </a:p>
          <a:p>
            <a:pPr eaLnBrk="1" hangingPunct="1"/>
            <a:r>
              <a:rPr lang="en-US" altLang="ko-KR"/>
              <a:t>Socket Option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바닥글 개체 틀 3">
            <a:extLst>
              <a:ext uri="{FF2B5EF4-FFF2-40B4-BE49-F238E27FC236}">
                <a16:creationId xmlns:a16="http://schemas.microsoft.com/office/drawing/2014/main" id="{815C5BBD-6500-9F8A-66E1-B4221A75941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5123" name="Rectangle 2">
            <a:extLst>
              <a:ext uri="{FF2B5EF4-FFF2-40B4-BE49-F238E27FC236}">
                <a16:creationId xmlns:a16="http://schemas.microsoft.com/office/drawing/2014/main" id="{A0AF8F94-ACE8-24A3-3FC2-347A9926F7EA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Network Library</a:t>
            </a:r>
          </a:p>
        </p:txBody>
      </p:sp>
      <p:sp>
        <p:nvSpPr>
          <p:cNvPr id="5124" name="Rectangle 3">
            <a:extLst>
              <a:ext uri="{FF2B5EF4-FFF2-40B4-BE49-F238E27FC236}">
                <a16:creationId xmlns:a16="http://schemas.microsoft.com/office/drawing/2014/main" id="{36B1B1AB-C927-4C67-1809-01066B1CF9F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ko-KR" altLang="en-US" sz="2400"/>
              <a:t>게임서버 구조</a:t>
            </a:r>
          </a:p>
        </p:txBody>
      </p:sp>
      <p:sp>
        <p:nvSpPr>
          <p:cNvPr id="5125" name="Rectangle 59">
            <a:extLst>
              <a:ext uri="{FF2B5EF4-FFF2-40B4-BE49-F238E27FC236}">
                <a16:creationId xmlns:a16="http://schemas.microsoft.com/office/drawing/2014/main" id="{750F6F3C-5C4B-B0D9-D564-9AFAAF7396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9543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ctr">
            <a:spAutoFit/>
          </a:bodyPr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ko-KR" altLang="en-US" sz="2400" b="0">
              <a:latin typeface="Arial" panose="020B0604020202020204" pitchFamily="34" charset="0"/>
              <a:ea typeface="굴림" panose="020B0600000101010101" pitchFamily="50" charset="-127"/>
            </a:endParaRPr>
          </a:p>
        </p:txBody>
      </p:sp>
      <p:graphicFrame>
        <p:nvGraphicFramePr>
          <p:cNvPr id="5126" name="Object 58">
            <a:extLst>
              <a:ext uri="{FF2B5EF4-FFF2-40B4-BE49-F238E27FC236}">
                <a16:creationId xmlns:a16="http://schemas.microsoft.com/office/drawing/2014/main" id="{9D5C7CD8-7066-1FEC-B7E2-E2542EE2B352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331913" y="1023938"/>
          <a:ext cx="6264275" cy="540226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2" imgW="4247274" imgH="3664974" progId="Visio.Drawing.11">
                  <p:embed/>
                </p:oleObj>
              </mc:Choice>
              <mc:Fallback>
                <p:oleObj name="Visio" r:id="rId2" imgW="4247274" imgH="3664974" progId="Visio.Drawing.11">
                  <p:embed/>
                  <p:pic>
                    <p:nvPicPr>
                      <p:cNvPr id="0" name="Object 58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31913" y="1023938"/>
                        <a:ext cx="6264275" cy="540226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바닥글 개체 틀 3">
            <a:extLst>
              <a:ext uri="{FF2B5EF4-FFF2-40B4-BE49-F238E27FC236}">
                <a16:creationId xmlns:a16="http://schemas.microsoft.com/office/drawing/2014/main" id="{A93B9F3B-B9AE-0753-DFCB-4E70C682544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>
              <a:spcBef>
                <a:spcPct val="0"/>
              </a:spcBef>
              <a:buClrTx/>
              <a:buFontTx/>
              <a:buNone/>
            </a:pPr>
            <a:r>
              <a:rPr lang="ko-KR" altLang="en-US" sz="1000" b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게임 프로그래밍 교육과정</a:t>
            </a:r>
          </a:p>
        </p:txBody>
      </p:sp>
      <p:sp>
        <p:nvSpPr>
          <p:cNvPr id="6147" name="Rectangle 2">
            <a:extLst>
              <a:ext uri="{FF2B5EF4-FFF2-40B4-BE49-F238E27FC236}">
                <a16:creationId xmlns:a16="http://schemas.microsoft.com/office/drawing/2014/main" id="{D3B439E7-8350-9E7D-C3B0-C363B011028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ko-KR" sz="2400"/>
              <a:t>1. Network </a:t>
            </a:r>
            <a:r>
              <a:rPr lang="ko-KR" altLang="en-US" sz="2400"/>
              <a:t>추상 클래스</a:t>
            </a:r>
          </a:p>
        </p:txBody>
      </p:sp>
      <p:sp>
        <p:nvSpPr>
          <p:cNvPr id="6148" name="Rectangle 3">
            <a:extLst>
              <a:ext uri="{FF2B5EF4-FFF2-40B4-BE49-F238E27FC236}">
                <a16:creationId xmlns:a16="http://schemas.microsoft.com/office/drawing/2014/main" id="{364193AF-135E-996D-9A8A-C28DDB18B7D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/>
              <a:t>interface ILcNet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/>
              <a:t>{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/>
              <a:t>    virtual INT Create(</a:t>
            </a:r>
            <a:r>
              <a:rPr lang="en-US" altLang="ko-KR" sz="1600">
                <a:latin typeface="Times New Roman" panose="02020603050405020304" pitchFamily="18" charset="0"/>
              </a:rPr>
              <a:t>…</a:t>
            </a:r>
            <a:r>
              <a:rPr lang="en-US" altLang="ko-KR" sz="1600"/>
              <a:t>)=0;        // </a:t>
            </a:r>
            <a:r>
              <a:rPr lang="ko-KR" altLang="en-US" sz="1600"/>
              <a:t>소켓 생성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/>
              <a:t>    </a:t>
            </a:r>
            <a:r>
              <a:rPr lang="en-US" altLang="ko-KR" sz="1600"/>
              <a:t>virtual void Destroy()=0;         // </a:t>
            </a:r>
            <a:r>
              <a:rPr lang="ko-KR" altLang="en-US" sz="1600"/>
              <a:t>소켓을 소멸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/>
              <a:t>    </a:t>
            </a:r>
            <a:r>
              <a:rPr lang="en-US" altLang="ko-KR" sz="1600"/>
              <a:t>virtual INT FrameMove()=0;     // </a:t>
            </a:r>
            <a:r>
              <a:rPr lang="ko-KR" altLang="en-US" sz="1600"/>
              <a:t>네트워크에서 필요한 데이터 업데이트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/>
              <a:t>    </a:t>
            </a:r>
            <a:r>
              <a:rPr lang="en-US" altLang="ko-KR" sz="1600"/>
              <a:t>virtual INT Query(char* sCmd, void* pData)=0;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/>
              <a:t>    virtual INT Close()=0;          // </a:t>
            </a:r>
            <a:r>
              <a:rPr lang="ko-KR" altLang="en-US" sz="1600"/>
              <a:t>소켓만 소멸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/>
              <a:t>    </a:t>
            </a:r>
            <a:r>
              <a:rPr lang="en-US" altLang="ko-KR" sz="1600"/>
              <a:t>virtual INT Listen()=0;         // </a:t>
            </a:r>
            <a:r>
              <a:rPr lang="ko-KR" altLang="en-US" sz="1600"/>
              <a:t>서버에서 사용되는 리슨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/>
              <a:t>    </a:t>
            </a:r>
            <a:r>
              <a:rPr lang="en-US" altLang="ko-KR" sz="1600"/>
              <a:t>virtual INT </a:t>
            </a:r>
            <a:r>
              <a:rPr lang="en-US" altLang="ko-KR" sz="1600">
                <a:latin typeface="Times New Roman" panose="02020603050405020304" pitchFamily="18" charset="0"/>
              </a:rPr>
              <a:t>…</a:t>
            </a:r>
            <a:r>
              <a:rPr lang="en-US" altLang="ko-KR" sz="1600"/>
              <a:t>)=0;    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/>
              <a:t>    virtual INT Send(</a:t>
            </a:r>
            <a:r>
              <a:rPr lang="en-US" altLang="ko-KR" sz="1600">
                <a:latin typeface="Times New Roman" panose="02020603050405020304" pitchFamily="18" charset="0"/>
              </a:rPr>
              <a:t>…</a:t>
            </a:r>
            <a:r>
              <a:rPr lang="en-US" altLang="ko-KR" sz="1600"/>
              <a:t>)=0;        // </a:t>
            </a:r>
            <a:r>
              <a:rPr lang="ko-KR" altLang="en-US" sz="1600"/>
              <a:t>패킷을 보낼 때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/>
              <a:t>    </a:t>
            </a:r>
            <a:r>
              <a:rPr lang="en-US" altLang="ko-KR" sz="1600"/>
              <a:t>virtual INT Recv(</a:t>
            </a:r>
            <a:r>
              <a:rPr lang="en-US" altLang="ko-KR" sz="1600">
                <a:latin typeface="Times New Roman" panose="02020603050405020304" pitchFamily="18" charset="0"/>
              </a:rPr>
              <a:t>…</a:t>
            </a:r>
            <a:r>
              <a:rPr lang="en-US" altLang="ko-KR" sz="1600"/>
              <a:t>)=0;        // </a:t>
            </a:r>
            <a:r>
              <a:rPr lang="ko-KR" altLang="en-US" sz="1600"/>
              <a:t>패킷을 받을 때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ko-KR" altLang="en-US" sz="1600"/>
              <a:t>    </a:t>
            </a:r>
            <a:r>
              <a:rPr lang="en-US" altLang="ko-KR" sz="1600"/>
              <a:t>virtual LRESULT MsgProc(HWND,UINT,WPARAM,LPARAM)=0;  // AsyncSelect</a:t>
            </a:r>
            <a:r>
              <a:rPr lang="ko-KR" altLang="en-US" sz="1600"/>
              <a:t>용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ko-KR" sz="1600"/>
              <a:t>};</a:t>
            </a:r>
          </a:p>
        </p:txBody>
      </p:sp>
      <p:sp>
        <p:nvSpPr>
          <p:cNvPr id="6149" name="Rectangle 4">
            <a:extLst>
              <a:ext uri="{FF2B5EF4-FFF2-40B4-BE49-F238E27FC236}">
                <a16:creationId xmlns:a16="http://schemas.microsoft.com/office/drawing/2014/main" id="{95B0E7EA-FD77-E00A-D893-E78C16E099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1595438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254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0000" tIns="46800" rIns="90000" bIns="46800" anchor="ctr">
            <a:spAutoFit/>
          </a:bodyPr>
          <a:lstStyle>
            <a:lvl1pPr latinLnBrk="1">
              <a:spcBef>
                <a:spcPct val="20000"/>
              </a:spcBef>
              <a:buClr>
                <a:srgbClr val="0000FF"/>
              </a:buClr>
              <a:buFont typeface="Wingdings" panose="05000000000000000000" pitchFamily="2" charset="2"/>
              <a:buChar char="l"/>
              <a:defRPr kumimoji="1" sz="28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1pPr>
            <a:lvl2pPr marL="742950" indent="-285750" latinLnBrk="1">
              <a:spcBef>
                <a:spcPct val="20000"/>
              </a:spcBef>
              <a:buClr>
                <a:srgbClr val="CC00CC"/>
              </a:buClr>
              <a:buSzPct val="80000"/>
              <a:buFont typeface="Wingdings" panose="05000000000000000000" pitchFamily="2" charset="2"/>
              <a:buChar char="u"/>
              <a:defRPr kumimoji="1" sz="24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2pPr>
            <a:lvl3pPr marL="1143000" indent="-228600" latinLnBrk="1">
              <a:spcBef>
                <a:spcPct val="20000"/>
              </a:spcBef>
              <a:buClr>
                <a:srgbClr val="009900"/>
              </a:buClr>
              <a:buSzPct val="80000"/>
              <a:buFont typeface="Wingdings" panose="05000000000000000000" pitchFamily="2" charset="2"/>
              <a:buChar char="l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3pPr>
            <a:lvl4pPr marL="1600200" indent="-228600" latinLnBrk="1">
              <a:spcBef>
                <a:spcPct val="20000"/>
              </a:spcBef>
              <a:buClr>
                <a:srgbClr val="0000FF"/>
              </a:buClr>
              <a:buSzPct val="140000"/>
              <a:buFont typeface="Wingdings" panose="05000000000000000000" pitchFamily="2" charset="2"/>
              <a:buChar char="§"/>
              <a:defRPr kumimoji="1" sz="20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4pPr>
            <a:lvl5pPr marL="2057400" indent="-228600" latinLnBrk="1">
              <a:spcBef>
                <a:spcPct val="20000"/>
              </a:spcBef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rgbClr val="CC0000"/>
              </a:buClr>
              <a:buSzPct val="90000"/>
              <a:buFont typeface="Wingdings" panose="05000000000000000000" pitchFamily="2" charset="2"/>
              <a:buChar char="v"/>
              <a:defRPr kumimoji="1" sz="1600" b="1">
                <a:solidFill>
                  <a:schemeClr val="tx1"/>
                </a:solidFill>
                <a:latin typeface="가을체" panose="02030600000101010101" pitchFamily="18" charset="-127"/>
                <a:ea typeface="가을체" panose="02030600000101010101" pitchFamily="18" charset="-127"/>
              </a:defRPr>
            </a:lvl9pPr>
          </a:lstStyle>
          <a:p>
            <a:pPr eaLnBrk="1" hangingPunct="1">
              <a:spcBef>
                <a:spcPct val="0"/>
              </a:spcBef>
              <a:buClrTx/>
              <a:buFontTx/>
              <a:buNone/>
            </a:pPr>
            <a:endParaRPr lang="ko-KR" altLang="en-US" sz="2400" b="0">
              <a:latin typeface="Arial" panose="020B0604020202020204" pitchFamily="34" charset="0"/>
              <a:ea typeface="굴림" panose="020B0600000101010101" pitchFamily="50" charset="-127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굴림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굴림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2987</TotalTime>
  <Words>165</Words>
  <Application>Microsoft Office PowerPoint</Application>
  <PresentationFormat>화면 슬라이드 쇼(4:3)</PresentationFormat>
  <Paragraphs>29</Paragraphs>
  <Slides>4</Slides>
  <Notes>0</Notes>
  <HiddenSlides>0</HiddenSlides>
  <MMClips>0</MMClips>
  <ScaleCrop>false</ScaleCrop>
  <HeadingPairs>
    <vt:vector size="8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12" baseType="lpstr">
      <vt:lpstr>Arial</vt:lpstr>
      <vt:lpstr>굴림</vt:lpstr>
      <vt:lpstr>가을체</vt:lpstr>
      <vt:lpstr>Wingdings</vt:lpstr>
      <vt:lpstr>HY견고딕</vt:lpstr>
      <vt:lpstr>Times New Roman</vt:lpstr>
      <vt:lpstr>기본 디자인</vt:lpstr>
      <vt:lpstr>Microsoft Visio 드로잉</vt:lpstr>
      <vt:lpstr>Network Programming - 05  afewhee@gmail.com</vt:lpstr>
      <vt:lpstr>0. 목차</vt:lpstr>
      <vt:lpstr>1. Network Library</vt:lpstr>
      <vt:lpstr>1. Network 추상 클래스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168</cp:revision>
  <dcterms:created xsi:type="dcterms:W3CDTF">2003-11-30T16:03:20Z</dcterms:created>
  <dcterms:modified xsi:type="dcterms:W3CDTF">2026-03-29T12:25:15Z</dcterms:modified>
</cp:coreProperties>
</file>